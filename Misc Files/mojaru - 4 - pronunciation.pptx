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sldIdLst>
    <p:sldId id="261" r:id="rId2"/>
    <p:sldId id="349" r:id="rId3"/>
    <p:sldId id="264" r:id="rId4"/>
    <p:sldId id="35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F1FF"/>
    <a:srgbClr val="8BC152"/>
    <a:srgbClr val="FFDB69"/>
    <a:srgbClr val="FFFF81"/>
    <a:srgbClr val="EAA8E8"/>
    <a:srgbClr val="C8A5E3"/>
    <a:srgbClr val="D75BD4"/>
    <a:srgbClr val="DF7BDD"/>
    <a:srgbClr val="AE78D6"/>
    <a:srgbClr val="DF5F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67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29" y="62"/>
      </p:cViewPr>
      <p:guideLst>
        <p:guide orient="horz" pos="2136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37D67B78-CFDB-4ECE-ADE6-BB76363CA169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B532106-0D26-4DB0-B634-2436338FB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797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7B78-CFDB-4ECE-ADE6-BB76363CA169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32106-0D26-4DB0-B634-2436338FB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680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7B78-CFDB-4ECE-ADE6-BB76363CA169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32106-0D26-4DB0-B634-2436338FB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313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7B78-CFDB-4ECE-ADE6-BB76363CA169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32106-0D26-4DB0-B634-2436338FB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6398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7B78-CFDB-4ECE-ADE6-BB76363CA169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32106-0D26-4DB0-B634-2436338FB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495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7B78-CFDB-4ECE-ADE6-BB76363CA169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32106-0D26-4DB0-B634-2436338FB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381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7B78-CFDB-4ECE-ADE6-BB76363CA169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32106-0D26-4DB0-B634-2436338FB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171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7B78-CFDB-4ECE-ADE6-BB76363CA169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32106-0D26-4DB0-B634-2436338FB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9701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7B78-CFDB-4ECE-ADE6-BB76363CA169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32106-0D26-4DB0-B634-2436338FB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485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7B78-CFDB-4ECE-ADE6-BB76363CA169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32106-0D26-4DB0-B634-2436338FB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737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7B78-CFDB-4ECE-ADE6-BB76363CA169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32106-0D26-4DB0-B634-2436338FB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1736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7B78-CFDB-4ECE-ADE6-BB76363CA169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32106-0D26-4DB0-B634-2436338FBE07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123181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7B78-CFDB-4ECE-ADE6-BB76363CA169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32106-0D26-4DB0-B634-2436338FB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7644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7B78-CFDB-4ECE-ADE6-BB76363CA169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32106-0D26-4DB0-B634-2436338FB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176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7B78-CFDB-4ECE-ADE6-BB76363CA169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32106-0D26-4DB0-B634-2436338FB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1318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7B78-CFDB-4ECE-ADE6-BB76363CA169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32106-0D26-4DB0-B634-2436338FB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311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67B78-CFDB-4ECE-ADE6-BB76363CA169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32106-0D26-4DB0-B634-2436338FB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183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D67B78-CFDB-4ECE-ADE6-BB76363CA169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532106-0D26-4DB0-B634-2436338FB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7662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77800" dist="38100" dir="2700000" algn="tl">
              <a:srgbClr val="000000">
                <a:alpha val="24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>
            <a:extLst>
              <a:ext uri="{FF2B5EF4-FFF2-40B4-BE49-F238E27FC236}">
                <a16:creationId xmlns:a16="http://schemas.microsoft.com/office/drawing/2014/main" id="{B3CF0504-85BE-4578-9ECF-E9331B1EF4E6}"/>
              </a:ext>
            </a:extLst>
          </p:cNvPr>
          <p:cNvGrpSpPr/>
          <p:nvPr/>
        </p:nvGrpSpPr>
        <p:grpSpPr>
          <a:xfrm>
            <a:off x="1591320" y="55968"/>
            <a:ext cx="10601102" cy="6648154"/>
            <a:chOff x="1619792" y="204549"/>
            <a:chExt cx="10601102" cy="6648154"/>
          </a:xfrm>
        </p:grpSpPr>
        <p:pic>
          <p:nvPicPr>
            <p:cNvPr id="1026" name="Picture 2" descr="Royalty-free bright balloons photos free download | Pxfuel">
              <a:extLst>
                <a:ext uri="{FF2B5EF4-FFF2-40B4-BE49-F238E27FC236}">
                  <a16:creationId xmlns:a16="http://schemas.microsoft.com/office/drawing/2014/main" id="{AB348F66-97ED-4F66-9071-DEFA75C1A4F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488" t="4943" b="8239"/>
            <a:stretch/>
          </p:blipFill>
          <p:spPr bwMode="auto">
            <a:xfrm>
              <a:off x="5596159" y="204549"/>
              <a:ext cx="6624735" cy="6648154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5B6D8C7-1B7C-4EB6-A470-18629A33C138}"/>
                </a:ext>
              </a:extLst>
            </p:cNvPr>
            <p:cNvSpPr txBox="1"/>
            <p:nvPr/>
          </p:nvSpPr>
          <p:spPr>
            <a:xfrm rot="19625769">
              <a:off x="8453261" y="1965726"/>
              <a:ext cx="34496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2000" dirty="0">
                  <a:solidFill>
                    <a:schemeClr val="accent5">
                      <a:lumMod val="75000"/>
                    </a:schemeClr>
                  </a:solidFill>
                  <a:cs typeface="Ekushey Durga" panose="03080603080002020207" pitchFamily="66"/>
                </a:rPr>
                <a:t>ক</a:t>
              </a:r>
              <a:endParaRPr lang="en-US" sz="2000" dirty="0">
                <a:solidFill>
                  <a:schemeClr val="accent5">
                    <a:lumMod val="75000"/>
                  </a:schemeClr>
                </a:solidFill>
                <a:cs typeface="Ekushey Durga" panose="03080603080002020207" pitchFamily="66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1DDD96F-B7F3-4431-8C85-54A189D1D14A}"/>
                </a:ext>
              </a:extLst>
            </p:cNvPr>
            <p:cNvSpPr txBox="1"/>
            <p:nvPr/>
          </p:nvSpPr>
          <p:spPr>
            <a:xfrm rot="20004390">
              <a:off x="9493700" y="2018909"/>
              <a:ext cx="39626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2800" dirty="0">
                  <a:solidFill>
                    <a:schemeClr val="accent2">
                      <a:lumMod val="75000"/>
                    </a:schemeClr>
                  </a:solidFill>
                  <a:cs typeface="Ekushey Durga" panose="03080603080002020207" pitchFamily="66"/>
                </a:rPr>
                <a:t>খ</a:t>
              </a:r>
              <a:endParaRPr lang="en-US" sz="2800" dirty="0">
                <a:solidFill>
                  <a:schemeClr val="accent2">
                    <a:lumMod val="75000"/>
                  </a:schemeClr>
                </a:solidFill>
                <a:cs typeface="Ekushey Durga" panose="03080603080002020207" pitchFamily="66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C4FB395-A183-48DF-B334-0A5543DF0EA9}"/>
                </a:ext>
              </a:extLst>
            </p:cNvPr>
            <p:cNvSpPr txBox="1"/>
            <p:nvPr/>
          </p:nvSpPr>
          <p:spPr>
            <a:xfrm rot="19685714">
              <a:off x="8949400" y="1715323"/>
              <a:ext cx="3417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2400" dirty="0">
                  <a:solidFill>
                    <a:schemeClr val="accent4">
                      <a:lumMod val="75000"/>
                    </a:schemeClr>
                  </a:solidFill>
                  <a:cs typeface="Ekushey Durga" panose="03080603080002020207" pitchFamily="66"/>
                </a:rPr>
                <a:t>ঘ</a:t>
              </a:r>
              <a:endParaRPr lang="en-US" sz="2400" dirty="0">
                <a:solidFill>
                  <a:schemeClr val="accent4">
                    <a:lumMod val="75000"/>
                  </a:schemeClr>
                </a:solidFill>
                <a:cs typeface="Ekushey Durga" panose="03080603080002020207" pitchFamily="66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5F84453-92B8-48EE-AA05-5580917AEBC5}"/>
                </a:ext>
              </a:extLst>
            </p:cNvPr>
            <p:cNvSpPr txBox="1"/>
            <p:nvPr/>
          </p:nvSpPr>
          <p:spPr>
            <a:xfrm rot="20043644">
              <a:off x="7924222" y="1725167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solidFill>
                    <a:srgbClr val="0070C0"/>
                  </a:solidFill>
                  <a:cs typeface="Ekushey Durga" panose="03080603080002020207" pitchFamily="66"/>
                </a:rPr>
                <a:t>গ</a:t>
              </a:r>
              <a:endParaRPr lang="en-US" dirty="0">
                <a:solidFill>
                  <a:srgbClr val="0070C0"/>
                </a:solidFill>
                <a:cs typeface="Ekushey Durga" panose="03080603080002020207" pitchFamily="66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4EBAE44-138C-4E48-A6D5-18E3C69741B8}"/>
                </a:ext>
              </a:extLst>
            </p:cNvPr>
            <p:cNvSpPr txBox="1"/>
            <p:nvPr/>
          </p:nvSpPr>
          <p:spPr>
            <a:xfrm rot="18849955">
              <a:off x="8401752" y="1227809"/>
              <a:ext cx="3032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n-IN" dirty="0">
                  <a:solidFill>
                    <a:schemeClr val="accent5">
                      <a:lumMod val="75000"/>
                    </a:schemeClr>
                  </a:solidFill>
                  <a:cs typeface="Ekushey Durga" panose="03080603080002020207" pitchFamily="66"/>
                </a:rPr>
                <a:t>চ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cs typeface="Ekushey Durga" panose="03080603080002020207" pitchFamily="66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2B80EFB-C708-4A5F-B1D2-75A95806DF97}"/>
                </a:ext>
              </a:extLst>
            </p:cNvPr>
            <p:cNvSpPr txBox="1"/>
            <p:nvPr/>
          </p:nvSpPr>
          <p:spPr>
            <a:xfrm rot="18982884" flipH="1">
              <a:off x="8362361" y="1426417"/>
              <a:ext cx="4034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n-IN" dirty="0">
                  <a:solidFill>
                    <a:schemeClr val="accent2">
                      <a:lumMod val="75000"/>
                    </a:schemeClr>
                  </a:solidFill>
                  <a:cs typeface="Ekushey Durga" panose="03080603080002020207" pitchFamily="66"/>
                </a:rPr>
                <a:t>ঙ</a:t>
              </a:r>
              <a:endParaRPr lang="en-US" dirty="0">
                <a:solidFill>
                  <a:schemeClr val="accent2">
                    <a:lumMod val="75000"/>
                  </a:schemeClr>
                </a:solidFill>
                <a:cs typeface="Ekushey Durga" panose="03080603080002020207" pitchFamily="66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790C4D0-28C0-4FB3-86EC-CAA09ECE3280}"/>
                </a:ext>
              </a:extLst>
            </p:cNvPr>
            <p:cNvSpPr txBox="1"/>
            <p:nvPr/>
          </p:nvSpPr>
          <p:spPr>
            <a:xfrm rot="19637553">
              <a:off x="8768427" y="1393221"/>
              <a:ext cx="3305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solidFill>
                    <a:srgbClr val="0070C0"/>
                  </a:solidFill>
                  <a:cs typeface="Ekushey Durga" panose="03080603080002020207" pitchFamily="66"/>
                </a:rPr>
                <a:t>জ</a:t>
              </a:r>
              <a:endParaRPr lang="en-US" dirty="0">
                <a:solidFill>
                  <a:srgbClr val="0070C0"/>
                </a:solidFill>
                <a:cs typeface="Ekushey Durga" panose="03080603080002020207" pitchFamily="66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64C07D8-0ECB-4A6A-ABFA-11EAA118099A}"/>
                </a:ext>
              </a:extLst>
            </p:cNvPr>
            <p:cNvSpPr txBox="1"/>
            <p:nvPr/>
          </p:nvSpPr>
          <p:spPr>
            <a:xfrm rot="18987412">
              <a:off x="7432794" y="1329210"/>
              <a:ext cx="282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solidFill>
                    <a:schemeClr val="accent5">
                      <a:lumMod val="75000"/>
                    </a:schemeClr>
                  </a:solidFill>
                  <a:cs typeface="Ekushey Durga" panose="03080603080002020207" pitchFamily="66"/>
                </a:rPr>
                <a:t>ছ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cs typeface="Ekushey Durga" panose="03080603080002020207" pitchFamily="66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A687325-0825-43AC-BB36-73951B21172C}"/>
                </a:ext>
              </a:extLst>
            </p:cNvPr>
            <p:cNvSpPr txBox="1"/>
            <p:nvPr/>
          </p:nvSpPr>
          <p:spPr>
            <a:xfrm rot="18240984">
              <a:off x="7956959" y="1379129"/>
              <a:ext cx="2824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n-IN" dirty="0">
                  <a:solidFill>
                    <a:srgbClr val="7030A0"/>
                  </a:solidFill>
                  <a:cs typeface="Ekushey Durga" panose="03080603080002020207" pitchFamily="66"/>
                </a:rPr>
                <a:t>ঝ</a:t>
              </a:r>
              <a:endParaRPr lang="en-US" dirty="0">
                <a:solidFill>
                  <a:srgbClr val="7030A0"/>
                </a:solidFill>
                <a:cs typeface="Ekushey Durga" panose="03080603080002020207" pitchFamily="66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86FBDF4-4622-4620-B050-34AD7F516753}"/>
                </a:ext>
              </a:extLst>
            </p:cNvPr>
            <p:cNvSpPr txBox="1"/>
            <p:nvPr/>
          </p:nvSpPr>
          <p:spPr>
            <a:xfrm rot="19087505">
              <a:off x="8462569" y="2428717"/>
              <a:ext cx="4042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2800" dirty="0">
                  <a:solidFill>
                    <a:srgbClr val="7030A0"/>
                  </a:solidFill>
                  <a:cs typeface="Ekushey Durga" panose="03080603080002020207" pitchFamily="66"/>
                </a:rPr>
                <a:t>ঞ</a:t>
              </a:r>
              <a:endParaRPr lang="en-US" sz="2800" dirty="0">
                <a:solidFill>
                  <a:srgbClr val="7030A0"/>
                </a:solidFill>
                <a:cs typeface="Ekushey Durga" panose="03080603080002020207" pitchFamily="66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0CBE8F2-665E-4E57-91A9-F94A09CEC2A0}"/>
                </a:ext>
              </a:extLst>
            </p:cNvPr>
            <p:cNvSpPr txBox="1"/>
            <p:nvPr/>
          </p:nvSpPr>
          <p:spPr>
            <a:xfrm rot="19192990">
              <a:off x="6540760" y="705820"/>
              <a:ext cx="3032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cs typeface="Ekushey Durga" panose="03080603080002020207" pitchFamily="66"/>
                </a:rPr>
                <a:t>ট</a:t>
              </a:r>
              <a:endParaRPr lang="en-US" dirty="0">
                <a:cs typeface="Ekushey Durga" panose="03080603080002020207" pitchFamily="66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D8B04A1-89AF-42BB-8FB1-B8C3BF690824}"/>
                </a:ext>
              </a:extLst>
            </p:cNvPr>
            <p:cNvSpPr txBox="1"/>
            <p:nvPr/>
          </p:nvSpPr>
          <p:spPr>
            <a:xfrm>
              <a:off x="5371457" y="2201889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cs typeface="Ekushey Durga" panose="03080603080002020207" pitchFamily="66"/>
                </a:rPr>
                <a:t>হ</a:t>
              </a:r>
              <a:endParaRPr lang="en-US" dirty="0">
                <a:cs typeface="Ekushey Durga" panose="03080603080002020207" pitchFamily="66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DEBFEA3-EDCD-43E7-877B-7A11F0E39260}"/>
                </a:ext>
              </a:extLst>
            </p:cNvPr>
            <p:cNvSpPr txBox="1"/>
            <p:nvPr/>
          </p:nvSpPr>
          <p:spPr>
            <a:xfrm rot="7127251">
              <a:off x="4456768" y="1500446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cs typeface="Ekushey Durga" panose="03080603080002020207" pitchFamily="66"/>
                </a:rPr>
                <a:t>ড</a:t>
              </a:r>
              <a:endParaRPr lang="en-US" dirty="0">
                <a:cs typeface="Ekushey Durga" panose="03080603080002020207" pitchFamily="66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1E87683-77CB-4444-B543-D7255874E99D}"/>
                </a:ext>
              </a:extLst>
            </p:cNvPr>
            <p:cNvSpPr txBox="1"/>
            <p:nvPr/>
          </p:nvSpPr>
          <p:spPr>
            <a:xfrm rot="18750521">
              <a:off x="3507291" y="16992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cs typeface="Ekushey Durga" panose="03080603080002020207" pitchFamily="66"/>
                </a:rPr>
                <a:t>থ</a:t>
              </a:r>
              <a:endParaRPr lang="en-US" dirty="0">
                <a:cs typeface="Ekushey Durga" panose="03080603080002020207" pitchFamily="66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437B89D-972A-4657-BE29-AB2591B0762E}"/>
                </a:ext>
              </a:extLst>
            </p:cNvPr>
            <p:cNvSpPr txBox="1"/>
            <p:nvPr/>
          </p:nvSpPr>
          <p:spPr>
            <a:xfrm rot="19666220">
              <a:off x="9251436" y="2425998"/>
              <a:ext cx="3369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2800" dirty="0">
                  <a:solidFill>
                    <a:schemeClr val="accent2">
                      <a:lumMod val="75000"/>
                    </a:schemeClr>
                  </a:solidFill>
                  <a:cs typeface="Ekushey Durga" panose="03080603080002020207" pitchFamily="66"/>
                </a:rPr>
                <a:t>ণ</a:t>
              </a:r>
              <a:endParaRPr lang="en-US" sz="2800" dirty="0">
                <a:solidFill>
                  <a:schemeClr val="accent2">
                    <a:lumMod val="75000"/>
                  </a:schemeClr>
                </a:solidFill>
                <a:cs typeface="Ekushey Durga" panose="03080603080002020207" pitchFamily="66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74C3003-DF93-43E2-AABC-0BAA9A42866E}"/>
                </a:ext>
              </a:extLst>
            </p:cNvPr>
            <p:cNvSpPr txBox="1"/>
            <p:nvPr/>
          </p:nvSpPr>
          <p:spPr>
            <a:xfrm>
              <a:off x="3959430" y="2173567"/>
              <a:ext cx="320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cs typeface="Ekushey Durga" panose="03080603080002020207" pitchFamily="66"/>
                </a:rPr>
                <a:t>প</a:t>
              </a:r>
              <a:endParaRPr lang="en-US" dirty="0">
                <a:cs typeface="Ekushey Durga" panose="03080603080002020207" pitchFamily="66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3330DC0-DDFA-44BE-89B9-23FC5823E049}"/>
                </a:ext>
              </a:extLst>
            </p:cNvPr>
            <p:cNvSpPr txBox="1"/>
            <p:nvPr/>
          </p:nvSpPr>
          <p:spPr>
            <a:xfrm rot="17904888">
              <a:off x="3108991" y="146005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cs typeface="Ekushey Durga" panose="03080603080002020207" pitchFamily="66"/>
                </a:rPr>
                <a:t>ত</a:t>
              </a:r>
              <a:endParaRPr lang="en-US" dirty="0">
                <a:cs typeface="Ekushey Durga" panose="03080603080002020207" pitchFamily="66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7A8820C-EDD7-4F81-BEB3-D93427F53169}"/>
                </a:ext>
              </a:extLst>
            </p:cNvPr>
            <p:cNvSpPr txBox="1"/>
            <p:nvPr/>
          </p:nvSpPr>
          <p:spPr>
            <a:xfrm rot="16200000">
              <a:off x="5202527" y="119968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cs typeface="Ekushey Durga" panose="03080603080002020207" pitchFamily="66"/>
                </a:rPr>
                <a:t>দ</a:t>
              </a:r>
              <a:endParaRPr lang="en-US" dirty="0">
                <a:cs typeface="Ekushey Durga" panose="03080603080002020207" pitchFamily="66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251C53F-0360-4453-9335-C83B26FCF422}"/>
                </a:ext>
              </a:extLst>
            </p:cNvPr>
            <p:cNvSpPr txBox="1"/>
            <p:nvPr/>
          </p:nvSpPr>
          <p:spPr>
            <a:xfrm>
              <a:off x="2851946" y="5135174"/>
              <a:ext cx="40107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3200" dirty="0">
                  <a:solidFill>
                    <a:schemeClr val="accent6">
                      <a:lumMod val="60000"/>
                      <a:lumOff val="40000"/>
                    </a:schemeClr>
                  </a:solidFill>
                  <a:cs typeface="Ekushey Durga" panose="03080603080002020207" pitchFamily="66"/>
                </a:rPr>
                <a:t>ন</a:t>
              </a:r>
              <a:endPara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  <a:cs typeface="Ekushey Durga" panose="03080603080002020207" pitchFamily="66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C19BB1C-D3B5-4729-86F7-516330922B52}"/>
                </a:ext>
              </a:extLst>
            </p:cNvPr>
            <p:cNvSpPr txBox="1"/>
            <p:nvPr/>
          </p:nvSpPr>
          <p:spPr>
            <a:xfrm>
              <a:off x="4029831" y="1343397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cs typeface="Ekushey Durga" panose="03080603080002020207" pitchFamily="66"/>
                </a:rPr>
                <a:t>ধ</a:t>
              </a:r>
              <a:endParaRPr lang="en-US" dirty="0">
                <a:cs typeface="Ekushey Durga" panose="03080603080002020207" pitchFamily="66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867BFD9-CDFA-468B-B841-92F1DCE4E582}"/>
                </a:ext>
              </a:extLst>
            </p:cNvPr>
            <p:cNvSpPr txBox="1"/>
            <p:nvPr/>
          </p:nvSpPr>
          <p:spPr>
            <a:xfrm>
              <a:off x="3729367" y="3877261"/>
              <a:ext cx="3497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2000" dirty="0">
                  <a:cs typeface="Ekushey Durga" panose="03080603080002020207" pitchFamily="66"/>
                </a:rPr>
                <a:t>ফ</a:t>
              </a:r>
              <a:endParaRPr lang="en-US" sz="2000" dirty="0">
                <a:cs typeface="Ekushey Durga" panose="03080603080002020207" pitchFamily="66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883668F-B197-4D01-9333-7A47825612A7}"/>
                </a:ext>
              </a:extLst>
            </p:cNvPr>
            <p:cNvSpPr txBox="1"/>
            <p:nvPr/>
          </p:nvSpPr>
          <p:spPr>
            <a:xfrm rot="15693866">
              <a:off x="3582699" y="1188129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cs typeface="Ekushey Durga" panose="03080603080002020207" pitchFamily="66"/>
                </a:rPr>
                <a:t>ব</a:t>
              </a:r>
              <a:endParaRPr lang="en-US" dirty="0">
                <a:cs typeface="Ekushey Durga" panose="03080603080002020207" pitchFamily="66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B56A92C-57AD-475D-B9E9-8F9C03F6147A}"/>
                </a:ext>
              </a:extLst>
            </p:cNvPr>
            <p:cNvSpPr txBox="1"/>
            <p:nvPr/>
          </p:nvSpPr>
          <p:spPr>
            <a:xfrm rot="17415334">
              <a:off x="4086540" y="913060"/>
              <a:ext cx="3032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cs typeface="Ekushey Durga" panose="03080603080002020207" pitchFamily="66"/>
                </a:rPr>
                <a:t>ভ</a:t>
              </a:r>
              <a:endParaRPr lang="en-US" dirty="0">
                <a:cs typeface="Ekushey Durga" panose="03080603080002020207" pitchFamily="66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8D9AA3A-3092-4BE0-A8AD-138A93DC86D5}"/>
                </a:ext>
              </a:extLst>
            </p:cNvPr>
            <p:cNvSpPr txBox="1"/>
            <p:nvPr/>
          </p:nvSpPr>
          <p:spPr>
            <a:xfrm>
              <a:off x="2084792" y="3761401"/>
              <a:ext cx="3161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2000" dirty="0">
                  <a:cs typeface="Ekushey Durga" panose="03080603080002020207" pitchFamily="66"/>
                </a:rPr>
                <a:t>ম</a:t>
              </a:r>
              <a:endParaRPr lang="en-US" sz="2000" dirty="0">
                <a:cs typeface="Ekushey Durga" panose="03080603080002020207" pitchFamily="66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6B023F4-D3D2-4B8D-A383-5DF7F7AC4D17}"/>
                </a:ext>
              </a:extLst>
            </p:cNvPr>
            <p:cNvSpPr txBox="1"/>
            <p:nvPr/>
          </p:nvSpPr>
          <p:spPr>
            <a:xfrm rot="19900738">
              <a:off x="4409731" y="220587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cs typeface="Ekushey Durga" panose="03080603080002020207" pitchFamily="66"/>
                </a:rPr>
                <a:t>য</a:t>
              </a:r>
              <a:endParaRPr lang="en-US" dirty="0">
                <a:cs typeface="Ekushey Durga" panose="03080603080002020207" pitchFamily="66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1F35545-DEE2-46D2-BCC2-64A9CD9E1308}"/>
                </a:ext>
              </a:extLst>
            </p:cNvPr>
            <p:cNvSpPr txBox="1"/>
            <p:nvPr/>
          </p:nvSpPr>
          <p:spPr>
            <a:xfrm>
              <a:off x="5164573" y="1647146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cs typeface="Ekushey Durga" panose="03080603080002020207" pitchFamily="66"/>
                </a:rPr>
                <a:t>র</a:t>
              </a:r>
              <a:endParaRPr lang="en-US" dirty="0">
                <a:cs typeface="Ekushey Durga" panose="03080603080002020207" pitchFamily="66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390C59F-CA7D-48F9-B5B9-39B48ABDED1B}"/>
                </a:ext>
              </a:extLst>
            </p:cNvPr>
            <p:cNvSpPr txBox="1"/>
            <p:nvPr/>
          </p:nvSpPr>
          <p:spPr>
            <a:xfrm rot="16200000">
              <a:off x="2676013" y="2102876"/>
              <a:ext cx="320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cs typeface="Ekushey Durga" panose="03080603080002020207" pitchFamily="66"/>
                </a:rPr>
                <a:t>ল</a:t>
              </a:r>
              <a:endParaRPr lang="en-US" dirty="0">
                <a:cs typeface="Ekushey Durga" panose="03080603080002020207" pitchFamily="66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8793A1B-9EB5-4127-B87E-2DBF4933A342}"/>
                </a:ext>
              </a:extLst>
            </p:cNvPr>
            <p:cNvSpPr txBox="1"/>
            <p:nvPr/>
          </p:nvSpPr>
          <p:spPr>
            <a:xfrm>
              <a:off x="1960430" y="4446077"/>
              <a:ext cx="3417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2400" dirty="0">
                  <a:solidFill>
                    <a:schemeClr val="accent6">
                      <a:lumMod val="60000"/>
                      <a:lumOff val="40000"/>
                    </a:schemeClr>
                  </a:solidFill>
                  <a:cs typeface="Ekushey Durga" panose="03080603080002020207" pitchFamily="66"/>
                </a:rPr>
                <a:t>স</a:t>
              </a:r>
              <a:endPara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cs typeface="Ekushey Durga" panose="03080603080002020207" pitchFamily="66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AC5FDE3-6384-4F99-BA1B-BC9408F86FC9}"/>
                </a:ext>
              </a:extLst>
            </p:cNvPr>
            <p:cNvSpPr txBox="1"/>
            <p:nvPr/>
          </p:nvSpPr>
          <p:spPr>
            <a:xfrm>
              <a:off x="4477043" y="4362723"/>
              <a:ext cx="3417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2400" dirty="0">
                  <a:solidFill>
                    <a:schemeClr val="accent6">
                      <a:lumMod val="60000"/>
                      <a:lumOff val="40000"/>
                    </a:schemeClr>
                  </a:solidFill>
                  <a:cs typeface="Ekushey Durga" panose="03080603080002020207" pitchFamily="66"/>
                </a:rPr>
                <a:t>ষ</a:t>
              </a:r>
              <a:endPara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cs typeface="Ekushey Durga" panose="03080603080002020207" pitchFamily="66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EB98A6C-62AD-44E7-86C7-6EA011893FD9}"/>
                </a:ext>
              </a:extLst>
            </p:cNvPr>
            <p:cNvSpPr txBox="1"/>
            <p:nvPr/>
          </p:nvSpPr>
          <p:spPr>
            <a:xfrm>
              <a:off x="4638553" y="3920260"/>
              <a:ext cx="3321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2000" dirty="0">
                  <a:cs typeface="Ekushey Durga" panose="03080603080002020207" pitchFamily="66"/>
                </a:rPr>
                <a:t>হ</a:t>
              </a:r>
              <a:endParaRPr lang="en-US" sz="2000" dirty="0">
                <a:cs typeface="Ekushey Durga" panose="03080603080002020207" pitchFamily="66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682ABB6-A725-49B6-8187-629E915E88D0}"/>
                </a:ext>
              </a:extLst>
            </p:cNvPr>
            <p:cNvSpPr txBox="1"/>
            <p:nvPr/>
          </p:nvSpPr>
          <p:spPr>
            <a:xfrm>
              <a:off x="5146227" y="4320370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2400" dirty="0">
                  <a:solidFill>
                    <a:schemeClr val="accent6">
                      <a:lumMod val="60000"/>
                      <a:lumOff val="40000"/>
                    </a:schemeClr>
                  </a:solidFill>
                  <a:cs typeface="Ekushey Durga" panose="03080603080002020207" pitchFamily="66"/>
                </a:rPr>
                <a:t>ড়</a:t>
              </a:r>
              <a:endPara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cs typeface="Ekushey Durga" panose="03080603080002020207" pitchFamily="66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E581BA8-C261-438F-A23D-8276AB6E66E3}"/>
                </a:ext>
              </a:extLst>
            </p:cNvPr>
            <p:cNvSpPr txBox="1"/>
            <p:nvPr/>
          </p:nvSpPr>
          <p:spPr>
            <a:xfrm>
              <a:off x="3369656" y="4903075"/>
              <a:ext cx="3786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3200" dirty="0">
                  <a:solidFill>
                    <a:schemeClr val="accent6">
                      <a:lumMod val="60000"/>
                      <a:lumOff val="40000"/>
                    </a:schemeClr>
                  </a:solidFill>
                  <a:cs typeface="Ekushey Durga" panose="03080603080002020207" pitchFamily="66"/>
                </a:rPr>
                <a:t>ঢ়</a:t>
              </a:r>
              <a:endPara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  <a:cs typeface="Ekushey Durga" panose="03080603080002020207" pitchFamily="66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1C41342-2FC2-498D-9FA8-23F87F87411C}"/>
                </a:ext>
              </a:extLst>
            </p:cNvPr>
            <p:cNvSpPr txBox="1"/>
            <p:nvPr/>
          </p:nvSpPr>
          <p:spPr>
            <a:xfrm>
              <a:off x="4267516" y="4866741"/>
              <a:ext cx="32252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3200" dirty="0">
                  <a:solidFill>
                    <a:schemeClr val="accent6">
                      <a:lumMod val="60000"/>
                      <a:lumOff val="40000"/>
                    </a:schemeClr>
                  </a:solidFill>
                  <a:cs typeface="Ekushey Durga" panose="03080603080002020207" pitchFamily="66"/>
                </a:rPr>
                <a:t>ৎ</a:t>
              </a:r>
              <a:endPara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  <a:cs typeface="Ekushey Durga" panose="03080603080002020207" pitchFamily="66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D9467E5-B7C1-4DDF-8843-2DA72539ED58}"/>
                </a:ext>
              </a:extLst>
            </p:cNvPr>
            <p:cNvSpPr txBox="1"/>
            <p:nvPr/>
          </p:nvSpPr>
          <p:spPr>
            <a:xfrm>
              <a:off x="5113667" y="497429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3200" dirty="0">
                  <a:solidFill>
                    <a:schemeClr val="accent6">
                      <a:lumMod val="60000"/>
                      <a:lumOff val="40000"/>
                    </a:schemeClr>
                  </a:solidFill>
                  <a:cs typeface="Ekushey Durga" panose="03080603080002020207" pitchFamily="66"/>
                </a:rPr>
                <a:t>য়</a:t>
              </a:r>
              <a:endPara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  <a:cs typeface="Ekushey Durga" panose="03080603080002020207" pitchFamily="66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50AE57A-6746-4E9E-8BFD-B41824E8AA58}"/>
                </a:ext>
              </a:extLst>
            </p:cNvPr>
            <p:cNvSpPr txBox="1"/>
            <p:nvPr/>
          </p:nvSpPr>
          <p:spPr>
            <a:xfrm rot="19673231">
              <a:off x="10940807" y="3234841"/>
              <a:ext cx="31771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2400" dirty="0">
                  <a:solidFill>
                    <a:srgbClr val="0070C0"/>
                  </a:solidFill>
                  <a:cs typeface="Ekushey Durga" panose="03080603080002020207" pitchFamily="66"/>
                </a:rPr>
                <a:t>ও</a:t>
              </a:r>
              <a:endParaRPr lang="en-US" sz="2400" dirty="0">
                <a:solidFill>
                  <a:srgbClr val="0070C0"/>
                </a:solidFill>
                <a:cs typeface="Ekushey Durga" panose="03080603080002020207" pitchFamily="66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A350302-DEDA-4B8E-A64B-E4978F0F75C0}"/>
                </a:ext>
              </a:extLst>
            </p:cNvPr>
            <p:cNvSpPr txBox="1"/>
            <p:nvPr/>
          </p:nvSpPr>
          <p:spPr>
            <a:xfrm>
              <a:off x="3812353" y="4461390"/>
              <a:ext cx="3850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2400" dirty="0">
                  <a:solidFill>
                    <a:schemeClr val="accent6">
                      <a:lumMod val="60000"/>
                      <a:lumOff val="40000"/>
                    </a:schemeClr>
                  </a:solidFill>
                  <a:cs typeface="Ekushey Durga" panose="03080603080002020207" pitchFamily="66"/>
                </a:rPr>
                <a:t>অ</a:t>
              </a:r>
              <a:endPara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cs typeface="Ekushey Durga" panose="03080603080002020207" pitchFamily="66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092608B-8BA0-4C8E-A98D-F6B04AE01317}"/>
                </a:ext>
              </a:extLst>
            </p:cNvPr>
            <p:cNvSpPr txBox="1"/>
            <p:nvPr/>
          </p:nvSpPr>
          <p:spPr>
            <a:xfrm>
              <a:off x="2002899" y="4127861"/>
              <a:ext cx="3706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cs typeface="Ekushey Durga" panose="03080603080002020207" pitchFamily="66"/>
                </a:rPr>
                <a:t>আ</a:t>
              </a:r>
              <a:endParaRPr lang="en-US" dirty="0">
                <a:cs typeface="Ekushey Durga" panose="03080603080002020207" pitchFamily="66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97B7995-8DBA-432F-A55D-3C5DF70C733A}"/>
                </a:ext>
              </a:extLst>
            </p:cNvPr>
            <p:cNvSpPr txBox="1"/>
            <p:nvPr/>
          </p:nvSpPr>
          <p:spPr>
            <a:xfrm>
              <a:off x="4142902" y="1810372"/>
              <a:ext cx="3668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n-IN" dirty="0">
                  <a:cs typeface="Ekushey Durga" panose="03080603080002020207" pitchFamily="66"/>
                </a:rPr>
                <a:t>ঈ</a:t>
              </a:r>
              <a:endParaRPr lang="en-US" dirty="0">
                <a:cs typeface="Ekushey Durga" panose="03080603080002020207" pitchFamily="66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5B31A75-A612-4AD2-829C-04AA1FE90272}"/>
                </a:ext>
              </a:extLst>
            </p:cNvPr>
            <p:cNvSpPr txBox="1"/>
            <p:nvPr/>
          </p:nvSpPr>
          <p:spPr>
            <a:xfrm>
              <a:off x="3320536" y="2161912"/>
              <a:ext cx="336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cs typeface="Ekushey Durga" panose="03080603080002020207" pitchFamily="66"/>
                </a:rPr>
                <a:t>ঈ</a:t>
              </a:r>
              <a:endParaRPr lang="en-US" dirty="0">
                <a:cs typeface="Ekushey Durga" panose="03080603080002020207" pitchFamily="66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507DE6A-2313-4E96-8266-7575C86FDB92}"/>
                </a:ext>
              </a:extLst>
            </p:cNvPr>
            <p:cNvSpPr txBox="1"/>
            <p:nvPr/>
          </p:nvSpPr>
          <p:spPr>
            <a:xfrm rot="11815251">
              <a:off x="4847294" y="189371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cs typeface="Ekushey Durga" panose="03080603080002020207" pitchFamily="66"/>
                </a:rPr>
                <a:t>ঋ</a:t>
              </a:r>
              <a:endParaRPr lang="en-US" dirty="0">
                <a:cs typeface="Ekushey Durga" panose="03080603080002020207" pitchFamily="66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C739096-67A7-459E-82BB-D45A7953C44C}"/>
                </a:ext>
              </a:extLst>
            </p:cNvPr>
            <p:cNvSpPr txBox="1"/>
            <p:nvPr/>
          </p:nvSpPr>
          <p:spPr>
            <a:xfrm>
              <a:off x="5545335" y="1636429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cs typeface="Ekushey Durga" panose="03080603080002020207" pitchFamily="66"/>
                </a:rPr>
                <a:t>এ</a:t>
              </a:r>
              <a:endParaRPr lang="en-US" dirty="0">
                <a:cs typeface="Ekushey Durga" panose="03080603080002020207" pitchFamily="66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B78D146-E941-4447-BB3F-EA102E4821AB}"/>
                </a:ext>
              </a:extLst>
            </p:cNvPr>
            <p:cNvSpPr txBox="1"/>
            <p:nvPr/>
          </p:nvSpPr>
          <p:spPr>
            <a:xfrm>
              <a:off x="4615345" y="833707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cs typeface="Ekushey Durga" panose="03080603080002020207" pitchFamily="66"/>
                </a:rPr>
                <a:t>ঐ</a:t>
              </a:r>
              <a:endParaRPr lang="en-US" dirty="0">
                <a:cs typeface="Ekushey Durga" panose="03080603080002020207" pitchFamily="66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C8771E6-F808-46BC-8CF2-6096FDAC7F57}"/>
                </a:ext>
              </a:extLst>
            </p:cNvPr>
            <p:cNvSpPr txBox="1"/>
            <p:nvPr/>
          </p:nvSpPr>
          <p:spPr>
            <a:xfrm rot="18576136" flipH="1">
              <a:off x="5668614" y="867365"/>
              <a:ext cx="3352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n-IN" dirty="0">
                  <a:cs typeface="Ekushey Durga" panose="03080603080002020207" pitchFamily="66"/>
                </a:rPr>
                <a:t>ঔ</a:t>
              </a:r>
              <a:endParaRPr lang="en-US" dirty="0">
                <a:cs typeface="Ekushey Durga" panose="03080603080002020207" pitchFamily="66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61030F5-83DA-4604-924E-49D9F8E30DC4}"/>
                </a:ext>
              </a:extLst>
            </p:cNvPr>
            <p:cNvSpPr txBox="1"/>
            <p:nvPr/>
          </p:nvSpPr>
          <p:spPr>
            <a:xfrm rot="19872327">
              <a:off x="2460843" y="4290799"/>
              <a:ext cx="2648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cs typeface="Ekushey Durga" panose="03080603080002020207" pitchFamily="66"/>
                </a:rPr>
                <a:t>১</a:t>
              </a:r>
              <a:endParaRPr lang="en-US" dirty="0">
                <a:cs typeface="Ekushey Durga" panose="03080603080002020207" pitchFamily="66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A345BA6-CA48-4481-8B57-23AE804B5E83}"/>
                </a:ext>
              </a:extLst>
            </p:cNvPr>
            <p:cNvSpPr txBox="1"/>
            <p:nvPr/>
          </p:nvSpPr>
          <p:spPr>
            <a:xfrm rot="17429255">
              <a:off x="2772288" y="1756433"/>
              <a:ext cx="2664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cs typeface="Ekushey Durga" panose="03080603080002020207" pitchFamily="66"/>
                </a:rPr>
                <a:t>২</a:t>
              </a:r>
              <a:endParaRPr lang="en-US" dirty="0">
                <a:cs typeface="Ekushey Durga" panose="03080603080002020207" pitchFamily="66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A38085A-2F69-4FFD-A3C6-F5F5CC3D29DE}"/>
                </a:ext>
              </a:extLst>
            </p:cNvPr>
            <p:cNvSpPr txBox="1"/>
            <p:nvPr/>
          </p:nvSpPr>
          <p:spPr>
            <a:xfrm>
              <a:off x="1619792" y="4039376"/>
              <a:ext cx="3064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2000" dirty="0">
                  <a:cs typeface="Ekushey Durga" panose="03080603080002020207" pitchFamily="66"/>
                </a:rPr>
                <a:t>৩</a:t>
              </a:r>
              <a:endParaRPr lang="en-US" sz="2000" dirty="0">
                <a:cs typeface="Ekushey Durga" panose="03080603080002020207" pitchFamily="66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F3D5FB6-468C-4D6B-8FC6-3F12983F0652}"/>
                </a:ext>
              </a:extLst>
            </p:cNvPr>
            <p:cNvSpPr txBox="1"/>
            <p:nvPr/>
          </p:nvSpPr>
          <p:spPr>
            <a:xfrm>
              <a:off x="2459774" y="4866740"/>
              <a:ext cx="36099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3200" dirty="0">
                  <a:solidFill>
                    <a:schemeClr val="accent6">
                      <a:lumMod val="60000"/>
                      <a:lumOff val="40000"/>
                    </a:schemeClr>
                  </a:solidFill>
                  <a:cs typeface="Ekushey Durga" panose="03080603080002020207" pitchFamily="66"/>
                </a:rPr>
                <a:t>৪</a:t>
              </a:r>
              <a:endPara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  <a:cs typeface="Ekushey Durga" panose="03080603080002020207" pitchFamily="66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D3B5940-501F-40D7-AF40-304CE78438F0}"/>
                </a:ext>
              </a:extLst>
            </p:cNvPr>
            <p:cNvSpPr txBox="1"/>
            <p:nvPr/>
          </p:nvSpPr>
          <p:spPr>
            <a:xfrm rot="18141576">
              <a:off x="5932302" y="1094756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cs typeface="Ekushey Durga" panose="03080603080002020207" pitchFamily="66"/>
                </a:rPr>
                <a:t>৬</a:t>
              </a:r>
              <a:endParaRPr lang="en-US" dirty="0">
                <a:cs typeface="Ekushey Durga" panose="03080603080002020207" pitchFamily="66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8E886AF-A5BD-4243-AB3B-4459B5EC05C9}"/>
                </a:ext>
              </a:extLst>
            </p:cNvPr>
            <p:cNvSpPr txBox="1"/>
            <p:nvPr/>
          </p:nvSpPr>
          <p:spPr>
            <a:xfrm rot="17524520">
              <a:off x="5854665" y="600298"/>
              <a:ext cx="276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cs typeface="Ekushey Durga" panose="03080603080002020207" pitchFamily="66"/>
                </a:rPr>
                <a:t>৭</a:t>
              </a:r>
              <a:endParaRPr lang="en-US" dirty="0">
                <a:cs typeface="Ekushey Durga" panose="03080603080002020207" pitchFamily="66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1D0CE91-434B-4D01-A3CB-F8E830CBA623}"/>
                </a:ext>
              </a:extLst>
            </p:cNvPr>
            <p:cNvSpPr txBox="1"/>
            <p:nvPr/>
          </p:nvSpPr>
          <p:spPr>
            <a:xfrm>
              <a:off x="3819700" y="5107074"/>
              <a:ext cx="39145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3200" dirty="0">
                  <a:solidFill>
                    <a:schemeClr val="accent6">
                      <a:lumMod val="60000"/>
                      <a:lumOff val="40000"/>
                    </a:schemeClr>
                  </a:solidFill>
                  <a:cs typeface="Ekushey Durga" panose="03080603080002020207" pitchFamily="66"/>
                </a:rPr>
                <a:t>৮</a:t>
              </a:r>
              <a:endPara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  <a:cs typeface="Ekushey Durga" panose="03080603080002020207" pitchFamily="66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94CAC61-84D9-4929-9852-2BEBB3AF84B4}"/>
                </a:ext>
              </a:extLst>
            </p:cNvPr>
            <p:cNvSpPr txBox="1"/>
            <p:nvPr/>
          </p:nvSpPr>
          <p:spPr>
            <a:xfrm>
              <a:off x="2934482" y="3927806"/>
              <a:ext cx="3000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2000" dirty="0">
                  <a:cs typeface="Ekushey Durga" panose="03080603080002020207" pitchFamily="66"/>
                </a:rPr>
                <a:t>৯</a:t>
              </a:r>
              <a:endParaRPr lang="en-US" sz="2000" dirty="0">
                <a:cs typeface="Ekushey Durga" panose="03080603080002020207" pitchFamily="66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95E575D-90F1-4853-BA67-C9BB696E2211}"/>
                </a:ext>
              </a:extLst>
            </p:cNvPr>
            <p:cNvSpPr txBox="1"/>
            <p:nvPr/>
          </p:nvSpPr>
          <p:spPr>
            <a:xfrm rot="18869111">
              <a:off x="7020763" y="924370"/>
              <a:ext cx="335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solidFill>
                    <a:srgbClr val="FF0000"/>
                  </a:solidFill>
                  <a:cs typeface="Ekushey Durga" panose="03080603080002020207" pitchFamily="66"/>
                </a:rPr>
                <a:t>অ</a:t>
              </a:r>
              <a:endParaRPr lang="en-US" dirty="0">
                <a:solidFill>
                  <a:srgbClr val="FF0000"/>
                </a:solidFill>
                <a:cs typeface="Ekushey Durga" panose="03080603080002020207" pitchFamily="66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861D4ED-9ECD-4617-985C-BC9D3E455AC1}"/>
                </a:ext>
              </a:extLst>
            </p:cNvPr>
            <p:cNvSpPr txBox="1"/>
            <p:nvPr/>
          </p:nvSpPr>
          <p:spPr>
            <a:xfrm rot="19046057">
              <a:off x="8039606" y="218665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solidFill>
                    <a:srgbClr val="00B0F0"/>
                  </a:solidFill>
                  <a:cs typeface="Ekushey Durga" panose="03080603080002020207" pitchFamily="66"/>
                </a:rPr>
                <a:t>৫</a:t>
              </a:r>
              <a:endParaRPr lang="en-US" dirty="0">
                <a:solidFill>
                  <a:srgbClr val="00B0F0"/>
                </a:solidFill>
                <a:cs typeface="Ekushey Durga" panose="03080603080002020207" pitchFamily="66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EB1F47F-2AF2-4D84-9EB8-80E6526B5E07}"/>
                </a:ext>
              </a:extLst>
            </p:cNvPr>
            <p:cNvSpPr txBox="1"/>
            <p:nvPr/>
          </p:nvSpPr>
          <p:spPr>
            <a:xfrm>
              <a:off x="2956016" y="209112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cs typeface="Ekushey Durga" panose="03080603080002020207" pitchFamily="66"/>
                </a:rPr>
                <a:t>৫</a:t>
              </a:r>
              <a:endParaRPr lang="en-US" dirty="0">
                <a:cs typeface="Ekushey Durga" panose="03080603080002020207" pitchFamily="66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972BF88-0CA3-4BA2-97BF-0BAF22C86457}"/>
                </a:ext>
              </a:extLst>
            </p:cNvPr>
            <p:cNvSpPr txBox="1"/>
            <p:nvPr/>
          </p:nvSpPr>
          <p:spPr>
            <a:xfrm rot="19809287">
              <a:off x="9219291" y="1438252"/>
              <a:ext cx="236283" cy="3678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n-IN" b="1" dirty="0">
                  <a:solidFill>
                    <a:schemeClr val="accent2">
                      <a:lumMod val="75000"/>
                    </a:schemeClr>
                  </a:solidFill>
                  <a:cs typeface="Ekushey Durga" panose="03080603080002020207" pitchFamily="66"/>
                </a:rPr>
                <a:t>৭</a:t>
              </a:r>
              <a:endParaRPr lang="en-US" b="1" dirty="0">
                <a:solidFill>
                  <a:schemeClr val="accent2">
                    <a:lumMod val="75000"/>
                  </a:schemeClr>
                </a:solidFill>
                <a:cs typeface="Ekushey Durga" panose="03080603080002020207" pitchFamily="66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5272359-1C06-4D2C-BAA3-7021C91AC8E4}"/>
                </a:ext>
              </a:extLst>
            </p:cNvPr>
            <p:cNvSpPr txBox="1"/>
            <p:nvPr/>
          </p:nvSpPr>
          <p:spPr>
            <a:xfrm rot="19364706">
              <a:off x="7766866" y="1140131"/>
              <a:ext cx="336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solidFill>
                    <a:srgbClr val="0070C0"/>
                  </a:solidFill>
                  <a:cs typeface="Ekushey Durga" panose="03080603080002020207" pitchFamily="66"/>
                </a:rPr>
                <a:t>ঈ</a:t>
              </a:r>
              <a:endParaRPr lang="en-US" dirty="0">
                <a:solidFill>
                  <a:srgbClr val="0070C0"/>
                </a:solidFill>
                <a:cs typeface="Ekushey Durga" panose="03080603080002020207" pitchFamily="66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E39F390-9A49-49AE-8BBC-F201C9D4CE0A}"/>
                </a:ext>
              </a:extLst>
            </p:cNvPr>
            <p:cNvSpPr txBox="1"/>
            <p:nvPr/>
          </p:nvSpPr>
          <p:spPr>
            <a:xfrm rot="18662358">
              <a:off x="9019504" y="3989229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2400" dirty="0">
                  <a:solidFill>
                    <a:schemeClr val="accent2">
                      <a:lumMod val="75000"/>
                    </a:schemeClr>
                  </a:solidFill>
                  <a:cs typeface="Ekushey Durga" panose="03080603080002020207" pitchFamily="66"/>
                </a:rPr>
                <a:t>ড়</a:t>
              </a:r>
              <a:endParaRPr lang="en-US" sz="2400" dirty="0">
                <a:solidFill>
                  <a:schemeClr val="accent2">
                    <a:lumMod val="75000"/>
                  </a:schemeClr>
                </a:solidFill>
                <a:cs typeface="Ekushey Durga" panose="03080603080002020207" pitchFamily="66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882F0A7-A2A8-4BD8-83E3-EAE1D282F88E}"/>
                </a:ext>
              </a:extLst>
            </p:cNvPr>
            <p:cNvSpPr txBox="1"/>
            <p:nvPr/>
          </p:nvSpPr>
          <p:spPr>
            <a:xfrm rot="18362950">
              <a:off x="8911697" y="3371908"/>
              <a:ext cx="3481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2400" dirty="0">
                  <a:solidFill>
                    <a:srgbClr val="0070C0"/>
                  </a:solidFill>
                  <a:cs typeface="Ekushey Durga" panose="03080603080002020207" pitchFamily="66"/>
                </a:rPr>
                <a:t>ন</a:t>
              </a:r>
              <a:endParaRPr lang="en-US" sz="2400" dirty="0">
                <a:solidFill>
                  <a:srgbClr val="0070C0"/>
                </a:solidFill>
                <a:cs typeface="Ekushey Durga" panose="03080603080002020207" pitchFamily="66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7E46839-F69D-47FB-B64B-9EC9E2C14F9C}"/>
                </a:ext>
              </a:extLst>
            </p:cNvPr>
            <p:cNvSpPr txBox="1"/>
            <p:nvPr/>
          </p:nvSpPr>
          <p:spPr>
            <a:xfrm rot="18910206">
              <a:off x="8460238" y="3151211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b="1" dirty="0">
                  <a:solidFill>
                    <a:schemeClr val="accent5">
                      <a:lumMod val="75000"/>
                    </a:schemeClr>
                  </a:solidFill>
                  <a:cs typeface="Ekushey Durga" panose="03080603080002020207" pitchFamily="66"/>
                </a:rPr>
                <a:t>ঐ</a:t>
              </a:r>
              <a:endParaRPr lang="en-US" b="1" dirty="0">
                <a:solidFill>
                  <a:schemeClr val="accent5">
                    <a:lumMod val="75000"/>
                  </a:schemeClr>
                </a:solidFill>
                <a:cs typeface="Ekushey Durga" panose="03080603080002020207" pitchFamily="66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DE326BE-BB64-4EA6-8004-0E00FC0EE464}"/>
                </a:ext>
              </a:extLst>
            </p:cNvPr>
            <p:cNvSpPr txBox="1"/>
            <p:nvPr/>
          </p:nvSpPr>
          <p:spPr>
            <a:xfrm rot="19118449">
              <a:off x="8930192" y="2936373"/>
              <a:ext cx="2664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b="1" dirty="0">
                  <a:solidFill>
                    <a:srgbClr val="FFC000"/>
                  </a:solidFill>
                  <a:cs typeface="Ekushey Durga" panose="03080603080002020207" pitchFamily="66"/>
                </a:rPr>
                <a:t>২</a:t>
              </a:r>
              <a:endParaRPr lang="en-US" b="1" dirty="0">
                <a:solidFill>
                  <a:srgbClr val="FFC000"/>
                </a:solidFill>
                <a:cs typeface="Ekushey Durga" panose="03080603080002020207" pitchFamily="66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0971872-795F-4B09-AAFC-4AAB87F3827D}"/>
                </a:ext>
              </a:extLst>
            </p:cNvPr>
            <p:cNvSpPr txBox="1"/>
            <p:nvPr/>
          </p:nvSpPr>
          <p:spPr>
            <a:xfrm>
              <a:off x="4783144" y="4801372"/>
              <a:ext cx="36260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3200" dirty="0">
                  <a:solidFill>
                    <a:schemeClr val="accent6">
                      <a:lumMod val="60000"/>
                      <a:lumOff val="40000"/>
                    </a:schemeClr>
                  </a:solidFill>
                  <a:cs typeface="Ekushey Durga" panose="03080603080002020207" pitchFamily="66"/>
                </a:rPr>
                <a:t>ও</a:t>
              </a:r>
              <a:endPara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  <a:cs typeface="Ekushey Durga" panose="03080603080002020207" pitchFamily="66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05D0D4A-2FB3-43B7-BB09-C602565DE265}"/>
                </a:ext>
              </a:extLst>
            </p:cNvPr>
            <p:cNvSpPr txBox="1"/>
            <p:nvPr/>
          </p:nvSpPr>
          <p:spPr>
            <a:xfrm rot="19456572">
              <a:off x="10445121" y="4167197"/>
              <a:ext cx="3658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2400" dirty="0">
                  <a:solidFill>
                    <a:schemeClr val="accent6">
                      <a:lumMod val="75000"/>
                    </a:schemeClr>
                  </a:solidFill>
                  <a:cs typeface="Ekushey Durga" panose="03080603080002020207" pitchFamily="66"/>
                </a:rPr>
                <a:t>শ</a:t>
              </a:r>
              <a:endParaRPr lang="en-US" sz="2400" dirty="0">
                <a:solidFill>
                  <a:schemeClr val="accent6">
                    <a:lumMod val="75000"/>
                  </a:schemeClr>
                </a:solidFill>
                <a:cs typeface="Ekushey Durga" panose="03080603080002020207" pitchFamily="66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230A0BA-020A-4493-9F2D-F41BBB17BB00}"/>
                </a:ext>
              </a:extLst>
            </p:cNvPr>
            <p:cNvSpPr txBox="1"/>
            <p:nvPr/>
          </p:nvSpPr>
          <p:spPr>
            <a:xfrm rot="19123854">
              <a:off x="9889618" y="447050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solidFill>
                    <a:srgbClr val="7030A0"/>
                  </a:solidFill>
                  <a:cs typeface="Ekushey Durga" panose="03080603080002020207" pitchFamily="66"/>
                </a:rPr>
                <a:t>ত</a:t>
              </a:r>
              <a:endParaRPr lang="en-US" dirty="0">
                <a:solidFill>
                  <a:srgbClr val="7030A0"/>
                </a:solidFill>
                <a:cs typeface="Ekushey Durga" panose="03080603080002020207" pitchFamily="66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9D2DB98-A10B-409F-8F0F-8378D83E8AEC}"/>
                </a:ext>
              </a:extLst>
            </p:cNvPr>
            <p:cNvSpPr txBox="1"/>
            <p:nvPr/>
          </p:nvSpPr>
          <p:spPr>
            <a:xfrm rot="20226579">
              <a:off x="9721346" y="3566929"/>
              <a:ext cx="3161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2000" dirty="0">
                  <a:solidFill>
                    <a:srgbClr val="7030A0"/>
                  </a:solidFill>
                  <a:cs typeface="Ekushey Durga" panose="03080603080002020207" pitchFamily="66"/>
                </a:rPr>
                <a:t>ম</a:t>
              </a:r>
              <a:endParaRPr lang="en-US" sz="2000" dirty="0">
                <a:solidFill>
                  <a:srgbClr val="7030A0"/>
                </a:solidFill>
                <a:cs typeface="Ekushey Durga" panose="03080603080002020207" pitchFamily="66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A3B7D4F-A8AD-45A5-AB04-8C93DCFD3194}"/>
                </a:ext>
              </a:extLst>
            </p:cNvPr>
            <p:cNvSpPr txBox="1"/>
            <p:nvPr/>
          </p:nvSpPr>
          <p:spPr>
            <a:xfrm>
              <a:off x="8156212" y="2690327"/>
              <a:ext cx="3032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solidFill>
                    <a:schemeClr val="accent2">
                      <a:lumMod val="75000"/>
                    </a:schemeClr>
                  </a:solidFill>
                  <a:cs typeface="Ekushey Durga" panose="03080603080002020207" pitchFamily="66"/>
                </a:rPr>
                <a:t>ভ</a:t>
              </a:r>
              <a:endParaRPr lang="en-US" dirty="0">
                <a:solidFill>
                  <a:schemeClr val="accent2">
                    <a:lumMod val="75000"/>
                  </a:schemeClr>
                </a:solidFill>
                <a:cs typeface="Ekushey Durga" panose="03080603080002020207" pitchFamily="66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39A9712-0997-420E-8441-BFBCABDE9190}"/>
                </a:ext>
              </a:extLst>
            </p:cNvPr>
            <p:cNvSpPr txBox="1"/>
            <p:nvPr/>
          </p:nvSpPr>
          <p:spPr>
            <a:xfrm>
              <a:off x="11042750" y="4616707"/>
              <a:ext cx="336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solidFill>
                    <a:srgbClr val="7030A0"/>
                  </a:solidFill>
                  <a:cs typeface="Ekushey Durga" panose="03080603080002020207" pitchFamily="66"/>
                </a:rPr>
                <a:t>ঈ</a:t>
              </a:r>
              <a:endParaRPr lang="en-US" dirty="0">
                <a:solidFill>
                  <a:srgbClr val="7030A0"/>
                </a:solidFill>
                <a:cs typeface="Ekushey Durga" panose="03080603080002020207" pitchFamily="66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5B04C47-579D-4F41-A756-08CC0726CAEC}"/>
                </a:ext>
              </a:extLst>
            </p:cNvPr>
            <p:cNvSpPr txBox="1"/>
            <p:nvPr/>
          </p:nvSpPr>
          <p:spPr>
            <a:xfrm rot="20177888">
              <a:off x="11152371" y="2827510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2400" dirty="0">
                  <a:solidFill>
                    <a:schemeClr val="accent2">
                      <a:lumMod val="50000"/>
                    </a:schemeClr>
                  </a:solidFill>
                  <a:cs typeface="Ekushey Durga" panose="03080603080002020207" pitchFamily="66"/>
                </a:rPr>
                <a:t>ঢ়</a:t>
              </a:r>
              <a:endParaRPr lang="en-US" sz="2400" dirty="0">
                <a:solidFill>
                  <a:schemeClr val="accent2">
                    <a:lumMod val="50000"/>
                  </a:schemeClr>
                </a:solidFill>
                <a:cs typeface="Ekushey Durga" panose="03080603080002020207" pitchFamily="66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E81D9FC-CFAE-47A4-8455-FD01282BEC44}"/>
                </a:ext>
              </a:extLst>
            </p:cNvPr>
            <p:cNvSpPr txBox="1"/>
            <p:nvPr/>
          </p:nvSpPr>
          <p:spPr>
            <a:xfrm rot="21436458">
              <a:off x="11445915" y="4362724"/>
              <a:ext cx="3417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2400" dirty="0">
                  <a:solidFill>
                    <a:srgbClr val="00B0F0"/>
                  </a:solidFill>
                  <a:cs typeface="Ekushey Durga" panose="03080603080002020207" pitchFamily="66"/>
                </a:rPr>
                <a:t>স</a:t>
              </a:r>
              <a:endParaRPr lang="en-US" sz="2400" dirty="0">
                <a:solidFill>
                  <a:srgbClr val="00B0F0"/>
                </a:solidFill>
                <a:cs typeface="Ekushey Durga" panose="03080603080002020207" pitchFamily="66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9AF1835-3C80-4736-B4F8-FEF0B6028DDF}"/>
                </a:ext>
              </a:extLst>
            </p:cNvPr>
            <p:cNvSpPr/>
            <p:nvPr/>
          </p:nvSpPr>
          <p:spPr>
            <a:xfrm rot="20143047">
              <a:off x="10787848" y="2318295"/>
              <a:ext cx="30328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bn-IN" dirty="0">
                  <a:solidFill>
                    <a:schemeClr val="accent5">
                      <a:lumMod val="75000"/>
                    </a:schemeClr>
                  </a:solidFill>
                  <a:cs typeface="Ekushey Durga" panose="03080603080002020207" pitchFamily="66"/>
                </a:rPr>
                <a:t>ভ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cs typeface="Ekushey Durga" panose="03080603080002020207" pitchFamily="66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575E39C9-25C2-43EA-8A86-D2857F1BA7BB}"/>
                </a:ext>
              </a:extLst>
            </p:cNvPr>
            <p:cNvSpPr txBox="1"/>
            <p:nvPr/>
          </p:nvSpPr>
          <p:spPr>
            <a:xfrm rot="17909772">
              <a:off x="5190772" y="66037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cs typeface="Ekushey Durga" panose="03080603080002020207" pitchFamily="66"/>
                </a:rPr>
                <a:t>ত</a:t>
              </a:r>
              <a:endParaRPr lang="en-US" dirty="0">
                <a:cs typeface="Ekushey Durga" panose="03080603080002020207" pitchFamily="66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A7A8823-F5FD-4E3D-A71E-D13FAF6BBE4D}"/>
                </a:ext>
              </a:extLst>
            </p:cNvPr>
            <p:cNvSpPr txBox="1"/>
            <p:nvPr/>
          </p:nvSpPr>
          <p:spPr>
            <a:xfrm>
              <a:off x="2743478" y="4630294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cs typeface="Ekushey Durga" panose="03080603080002020207" pitchFamily="66"/>
                </a:rPr>
                <a:t>ঋ</a:t>
              </a:r>
              <a:endParaRPr lang="en-US" dirty="0">
                <a:cs typeface="Ekushey Durga" panose="03080603080002020207" pitchFamily="66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F586D05-DF84-4583-BD83-DA827A74EB4F}"/>
                </a:ext>
              </a:extLst>
            </p:cNvPr>
            <p:cNvSpPr txBox="1"/>
            <p:nvPr/>
          </p:nvSpPr>
          <p:spPr>
            <a:xfrm>
              <a:off x="3042693" y="4493344"/>
              <a:ext cx="380232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2600" dirty="0">
                  <a:solidFill>
                    <a:schemeClr val="accent6">
                      <a:lumMod val="60000"/>
                      <a:lumOff val="40000"/>
                    </a:schemeClr>
                  </a:solidFill>
                  <a:cs typeface="Ekushey Durga" panose="03080603080002020207" pitchFamily="66"/>
                </a:rPr>
                <a:t>শ</a:t>
              </a:r>
              <a:endParaRPr lang="en-US" sz="2600" dirty="0">
                <a:solidFill>
                  <a:schemeClr val="accent6">
                    <a:lumMod val="60000"/>
                    <a:lumOff val="40000"/>
                  </a:schemeClr>
                </a:solidFill>
                <a:cs typeface="Ekushey Durga" panose="03080603080002020207" pitchFamily="66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76BB9A7-30B4-4C6D-BB35-BA8D02447DC3}"/>
              </a:ext>
            </a:extLst>
          </p:cNvPr>
          <p:cNvGrpSpPr/>
          <p:nvPr/>
        </p:nvGrpSpPr>
        <p:grpSpPr>
          <a:xfrm>
            <a:off x="329986" y="607936"/>
            <a:ext cx="9417606" cy="4640044"/>
            <a:chOff x="368730" y="629385"/>
            <a:chExt cx="9417606" cy="4640044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2C4E5663-F2B0-4D9E-B51B-7B75C80EFD26}"/>
                </a:ext>
              </a:extLst>
            </p:cNvPr>
            <p:cNvGrpSpPr/>
            <p:nvPr/>
          </p:nvGrpSpPr>
          <p:grpSpPr>
            <a:xfrm>
              <a:off x="368730" y="2075951"/>
              <a:ext cx="7837951" cy="3193478"/>
              <a:chOff x="592040" y="2191144"/>
              <a:chExt cx="7837951" cy="3193478"/>
            </a:xfrm>
          </p:grpSpPr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6A1B8B4-8E15-47F2-B129-DC4A38E6522D}"/>
                  </a:ext>
                </a:extLst>
              </p:cNvPr>
              <p:cNvSpPr txBox="1"/>
              <p:nvPr/>
            </p:nvSpPr>
            <p:spPr>
              <a:xfrm>
                <a:off x="592040" y="2214523"/>
                <a:ext cx="2039341" cy="31700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extrusionH="50800" contourW="12700">
                  <a:bevelT w="133350" h="120650"/>
                </a:sp3d>
              </a:bodyPr>
              <a:lstStyle/>
              <a:p>
                <a:r>
                  <a:rPr lang="bn-IN" sz="20000" b="1" dirty="0">
                    <a:solidFill>
                      <a:srgbClr val="0070C0"/>
                    </a:solidFill>
                    <a:cs typeface="Ekushey Godhuli" panose="03080603080002020207" pitchFamily="66"/>
                  </a:rPr>
                  <a:t>ম</a:t>
                </a:r>
                <a:endParaRPr lang="en-US" sz="20000" b="1" dirty="0">
                  <a:solidFill>
                    <a:srgbClr val="0070C0"/>
                  </a:solidFill>
                  <a:cs typeface="Ekushey Godhuli" panose="03080603080002020207" pitchFamily="66"/>
                </a:endParaRP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11B8F98-7A85-495E-835D-951C20946D3D}"/>
                  </a:ext>
                </a:extLst>
              </p:cNvPr>
              <p:cNvSpPr txBox="1"/>
              <p:nvPr/>
            </p:nvSpPr>
            <p:spPr>
              <a:xfrm>
                <a:off x="2548348" y="2191144"/>
                <a:ext cx="3457998" cy="31700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extrusionH="50800" contourW="12700">
                  <a:bevelT w="114300" h="101600"/>
                  <a:bevelB w="0" h="0"/>
                </a:sp3d>
              </a:bodyPr>
              <a:lstStyle/>
              <a:p>
                <a:r>
                  <a:rPr lang="bn-IN" sz="20000" b="1" dirty="0">
                    <a:solidFill>
                      <a:schemeClr val="accent2">
                        <a:lumMod val="75000"/>
                      </a:schemeClr>
                    </a:solidFill>
                    <a:cs typeface="Ekushey Godhuli" panose="03080603080002020207" pitchFamily="66"/>
                  </a:rPr>
                  <a:t>জা</a:t>
                </a:r>
                <a:endParaRPr lang="en-US" sz="20000" b="1" dirty="0">
                  <a:solidFill>
                    <a:schemeClr val="accent2">
                      <a:lumMod val="75000"/>
                    </a:schemeClr>
                  </a:solidFill>
                  <a:cs typeface="Ekushey Godhuli" panose="03080603080002020207" pitchFamily="66"/>
                </a:endParaRP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67E9EF4-17A3-4264-AA71-B03C895FBC89}"/>
                  </a:ext>
                </a:extLst>
              </p:cNvPr>
              <p:cNvSpPr txBox="1"/>
              <p:nvPr/>
            </p:nvSpPr>
            <p:spPr>
              <a:xfrm>
                <a:off x="5896925" y="2197626"/>
                <a:ext cx="2533066" cy="31700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extrusionH="50800" contourW="12700">
                  <a:bevelT w="133350" h="120650"/>
                  <a:bevelB w="0" h="0"/>
                </a:sp3d>
              </a:bodyPr>
              <a:lstStyle/>
              <a:p>
                <a:r>
                  <a:rPr lang="bn-IN" sz="20000" b="1" dirty="0">
                    <a:solidFill>
                      <a:schemeClr val="accent6">
                        <a:lumMod val="50000"/>
                      </a:schemeClr>
                    </a:solidFill>
                    <a:cs typeface="Ekushey Godhuli" panose="03080603080002020207" pitchFamily="66"/>
                  </a:rPr>
                  <a:t>রু</a:t>
                </a:r>
                <a:endParaRPr lang="en-US" sz="20000" b="1" dirty="0">
                  <a:solidFill>
                    <a:schemeClr val="accent6">
                      <a:lumMod val="50000"/>
                    </a:schemeClr>
                  </a:solidFill>
                  <a:cs typeface="Ekushey Godhuli" panose="03080603080002020207" pitchFamily="66"/>
                </a:endParaRPr>
              </a:p>
            </p:txBody>
          </p: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38ED69CC-401F-45C1-A323-DE72DFDDAF0B}"/>
                </a:ext>
              </a:extLst>
            </p:cNvPr>
            <p:cNvSpPr txBox="1"/>
            <p:nvPr/>
          </p:nvSpPr>
          <p:spPr>
            <a:xfrm>
              <a:off x="2987407" y="1687448"/>
              <a:ext cx="404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/>
                <a:t>আ</a:t>
              </a:r>
              <a:endParaRPr lang="en-US" dirty="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BB8E465-B4C5-4875-9382-2367C31EF261}"/>
                </a:ext>
              </a:extLst>
            </p:cNvPr>
            <p:cNvSpPr txBox="1"/>
            <p:nvPr/>
          </p:nvSpPr>
          <p:spPr>
            <a:xfrm>
              <a:off x="3634032" y="1806050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/>
                <a:t>ঋ</a:t>
              </a:r>
              <a:endParaRPr lang="en-US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21C268F-60E0-49DC-9D25-E2F30D1247DA}"/>
                </a:ext>
              </a:extLst>
            </p:cNvPr>
            <p:cNvSpPr txBox="1"/>
            <p:nvPr/>
          </p:nvSpPr>
          <p:spPr>
            <a:xfrm>
              <a:off x="4265578" y="1044410"/>
              <a:ext cx="36740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2000" dirty="0"/>
                <a:t>ফ</a:t>
              </a:r>
              <a:endParaRPr lang="en-US" sz="2000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DA5921C0-7431-4828-B055-781CAAF6AB56}"/>
                </a:ext>
              </a:extLst>
            </p:cNvPr>
            <p:cNvSpPr txBox="1"/>
            <p:nvPr/>
          </p:nvSpPr>
          <p:spPr>
            <a:xfrm>
              <a:off x="3631232" y="1360044"/>
              <a:ext cx="3064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2000" dirty="0"/>
                <a:t>হ</a:t>
              </a:r>
              <a:endParaRPr lang="en-US" sz="2000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DE244AB9-BA59-48F5-8DA7-F991817AB0AA}"/>
                </a:ext>
              </a:extLst>
            </p:cNvPr>
            <p:cNvSpPr txBox="1"/>
            <p:nvPr/>
          </p:nvSpPr>
          <p:spPr>
            <a:xfrm rot="19872327">
              <a:off x="4784854" y="110343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/>
                <a:t>১</a:t>
              </a:r>
              <a:endParaRPr lang="en-US" dirty="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1E11D52A-EFDA-4F31-B8EE-F73F1F4C6FF0}"/>
                </a:ext>
              </a:extLst>
            </p:cNvPr>
            <p:cNvSpPr txBox="1"/>
            <p:nvPr/>
          </p:nvSpPr>
          <p:spPr>
            <a:xfrm>
              <a:off x="5541136" y="1130523"/>
              <a:ext cx="3658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2000" dirty="0"/>
                <a:t>৩</a:t>
              </a:r>
              <a:endParaRPr lang="en-US" sz="2000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8EC42109-3D54-4860-8E38-1BFD039A0652}"/>
                </a:ext>
              </a:extLst>
            </p:cNvPr>
            <p:cNvSpPr txBox="1"/>
            <p:nvPr/>
          </p:nvSpPr>
          <p:spPr>
            <a:xfrm>
              <a:off x="5435187" y="897826"/>
              <a:ext cx="320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/>
                <a:t>ধ</a:t>
              </a:r>
              <a:endParaRPr lang="en-US" dirty="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22ACBAE3-A40E-4CA3-8C3F-EBE091A186B9}"/>
                </a:ext>
              </a:extLst>
            </p:cNvPr>
            <p:cNvSpPr txBox="1"/>
            <p:nvPr/>
          </p:nvSpPr>
          <p:spPr>
            <a:xfrm>
              <a:off x="3772679" y="1079951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/>
                <a:t>ঋ</a:t>
              </a:r>
              <a:endParaRPr lang="en-US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2662C57E-09D5-43AF-A760-963DB44C7414}"/>
                </a:ext>
              </a:extLst>
            </p:cNvPr>
            <p:cNvSpPr txBox="1"/>
            <p:nvPr/>
          </p:nvSpPr>
          <p:spPr>
            <a:xfrm>
              <a:off x="4772827" y="1435032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/>
                <a:t>ঈ</a:t>
              </a:r>
              <a:endParaRPr lang="en-US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97C684DD-57EA-4ACC-A220-D181F69D4376}"/>
                </a:ext>
              </a:extLst>
            </p:cNvPr>
            <p:cNvSpPr txBox="1"/>
            <p:nvPr/>
          </p:nvSpPr>
          <p:spPr>
            <a:xfrm rot="11815251">
              <a:off x="3784838" y="1586668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/>
                <a:t>ঋ</a:t>
              </a:r>
              <a:endParaRPr lang="en-US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3DDEBACA-E09D-4DF7-BF4E-5DEC4044287D}"/>
                </a:ext>
              </a:extLst>
            </p:cNvPr>
            <p:cNvSpPr txBox="1"/>
            <p:nvPr/>
          </p:nvSpPr>
          <p:spPr>
            <a:xfrm>
              <a:off x="4975458" y="1948375"/>
              <a:ext cx="3658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2000" dirty="0"/>
                <a:t>৩</a:t>
              </a:r>
              <a:endParaRPr lang="en-US" sz="2000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09CF785B-8BDF-4732-8BC9-6CCC57224406}"/>
                </a:ext>
              </a:extLst>
            </p:cNvPr>
            <p:cNvSpPr txBox="1"/>
            <p:nvPr/>
          </p:nvSpPr>
          <p:spPr>
            <a:xfrm>
              <a:off x="5991526" y="655567"/>
              <a:ext cx="3161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/>
                <a:t>এ</a:t>
              </a:r>
              <a:endParaRPr lang="en-US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1BA8A66-3CB6-446B-97F6-23C2E3EC7750}"/>
                </a:ext>
              </a:extLst>
            </p:cNvPr>
            <p:cNvSpPr txBox="1"/>
            <p:nvPr/>
          </p:nvSpPr>
          <p:spPr>
            <a:xfrm>
              <a:off x="3965298" y="1406252"/>
              <a:ext cx="3161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/>
                <a:t>এ</a:t>
              </a:r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505856BC-90FB-455D-B0B6-C940113D7B48}"/>
                </a:ext>
              </a:extLst>
            </p:cNvPr>
            <p:cNvSpPr txBox="1"/>
            <p:nvPr/>
          </p:nvSpPr>
          <p:spPr>
            <a:xfrm>
              <a:off x="5318028" y="629385"/>
              <a:ext cx="3161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/>
                <a:t>এ</a:t>
              </a:r>
              <a:endParaRPr lang="en-US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9EF26006-AC16-43A1-9C44-7652953B652B}"/>
                </a:ext>
              </a:extLst>
            </p:cNvPr>
            <p:cNvSpPr txBox="1"/>
            <p:nvPr/>
          </p:nvSpPr>
          <p:spPr>
            <a:xfrm>
              <a:off x="5248136" y="1299987"/>
              <a:ext cx="404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/>
                <a:t>আ</a:t>
              </a:r>
              <a:endParaRPr lang="en-US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85BAE77-52A4-4A70-AF5F-9D3159667A47}"/>
                </a:ext>
              </a:extLst>
            </p:cNvPr>
            <p:cNvSpPr txBox="1"/>
            <p:nvPr/>
          </p:nvSpPr>
          <p:spPr>
            <a:xfrm>
              <a:off x="4459630" y="1717341"/>
              <a:ext cx="404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/>
                <a:t>আ</a:t>
              </a:r>
              <a:endParaRPr lang="en-US" dirty="0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EC90F968-2BBB-4B20-B5C3-ABF38696F06F}"/>
                </a:ext>
              </a:extLst>
            </p:cNvPr>
            <p:cNvSpPr txBox="1"/>
            <p:nvPr/>
          </p:nvSpPr>
          <p:spPr>
            <a:xfrm>
              <a:off x="5317472" y="1815333"/>
              <a:ext cx="404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/>
                <a:t>আ</a:t>
              </a:r>
              <a:endParaRPr lang="en-US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D5A9FCB2-6026-4084-B83E-98282DDD5FB2}"/>
                </a:ext>
              </a:extLst>
            </p:cNvPr>
            <p:cNvSpPr txBox="1"/>
            <p:nvPr/>
          </p:nvSpPr>
          <p:spPr>
            <a:xfrm>
              <a:off x="4269255" y="792181"/>
              <a:ext cx="404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/>
                <a:t>আ</a:t>
              </a:r>
              <a:endParaRPr lang="en-US" dirty="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84F1332F-D173-4A77-BD65-230E4A20046F}"/>
                </a:ext>
              </a:extLst>
            </p:cNvPr>
            <p:cNvSpPr txBox="1"/>
            <p:nvPr/>
          </p:nvSpPr>
          <p:spPr>
            <a:xfrm>
              <a:off x="4830636" y="767679"/>
              <a:ext cx="404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/>
                <a:t>আ</a:t>
              </a:r>
              <a:endParaRPr lang="en-US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BA3AFD7-A784-4FC8-863D-FF16426CE826}"/>
                </a:ext>
              </a:extLst>
            </p:cNvPr>
            <p:cNvSpPr txBox="1"/>
            <p:nvPr/>
          </p:nvSpPr>
          <p:spPr>
            <a:xfrm rot="18869111">
              <a:off x="8029398" y="1523862"/>
              <a:ext cx="3579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n-IN" dirty="0">
                  <a:solidFill>
                    <a:srgbClr val="FF0000"/>
                  </a:solidFill>
                </a:rPr>
                <a:t>অ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933A66BC-601F-4CF5-8C09-521BEE28C64A}"/>
                </a:ext>
              </a:extLst>
            </p:cNvPr>
            <p:cNvSpPr txBox="1"/>
            <p:nvPr/>
          </p:nvSpPr>
          <p:spPr>
            <a:xfrm rot="18869111">
              <a:off x="8926399" y="2043057"/>
              <a:ext cx="360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solidFill>
                    <a:srgbClr val="FF0000"/>
                  </a:solidFill>
                </a:rPr>
                <a:t>অ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9621F4FA-A9EB-40B7-82A7-9C65F900632D}"/>
                </a:ext>
              </a:extLst>
            </p:cNvPr>
            <p:cNvSpPr txBox="1"/>
            <p:nvPr/>
          </p:nvSpPr>
          <p:spPr>
            <a:xfrm rot="18869111">
              <a:off x="8149524" y="2301231"/>
              <a:ext cx="360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solidFill>
                    <a:srgbClr val="FF0000"/>
                  </a:solidFill>
                </a:rPr>
                <a:t>অ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D67ACDFD-AF20-4B68-BEC2-9977D3A4844D}"/>
                </a:ext>
              </a:extLst>
            </p:cNvPr>
            <p:cNvSpPr txBox="1"/>
            <p:nvPr/>
          </p:nvSpPr>
          <p:spPr>
            <a:xfrm rot="18869111">
              <a:off x="8540875" y="1505123"/>
              <a:ext cx="360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solidFill>
                    <a:srgbClr val="FF0000"/>
                  </a:solidFill>
                </a:rPr>
                <a:t>অ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1292EE18-74FA-4291-9466-0B6BB760B659}"/>
                </a:ext>
              </a:extLst>
            </p:cNvPr>
            <p:cNvSpPr txBox="1"/>
            <p:nvPr/>
          </p:nvSpPr>
          <p:spPr>
            <a:xfrm rot="18987412">
              <a:off x="9011112" y="3023464"/>
              <a:ext cx="320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solidFill>
                    <a:schemeClr val="accent5">
                      <a:lumMod val="75000"/>
                    </a:schemeClr>
                  </a:solidFill>
                </a:rPr>
                <a:t>ছ</a:t>
              </a:r>
              <a:endParaRPr lang="en-US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0A55D2A2-CEF8-46D8-B253-A4A0912EE9CC}"/>
                </a:ext>
              </a:extLst>
            </p:cNvPr>
            <p:cNvSpPr txBox="1"/>
            <p:nvPr/>
          </p:nvSpPr>
          <p:spPr>
            <a:xfrm rot="18987412">
              <a:off x="8434574" y="2734458"/>
              <a:ext cx="320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solidFill>
                    <a:schemeClr val="accent5">
                      <a:lumMod val="75000"/>
                    </a:schemeClr>
                  </a:solidFill>
                </a:rPr>
                <a:t>ছ</a:t>
              </a:r>
              <a:endParaRPr lang="en-US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53A0C606-6720-41C1-B827-3E23D04C9B21}"/>
                </a:ext>
              </a:extLst>
            </p:cNvPr>
            <p:cNvSpPr txBox="1"/>
            <p:nvPr/>
          </p:nvSpPr>
          <p:spPr>
            <a:xfrm rot="18987412">
              <a:off x="8956496" y="2343167"/>
              <a:ext cx="320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solidFill>
                    <a:schemeClr val="accent5">
                      <a:lumMod val="75000"/>
                    </a:schemeClr>
                  </a:solidFill>
                </a:rPr>
                <a:t>ছ</a:t>
              </a:r>
              <a:endParaRPr lang="en-US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9377DCD-0203-49EB-9CA3-E4586AA0CB56}"/>
                </a:ext>
              </a:extLst>
            </p:cNvPr>
            <p:cNvSpPr txBox="1"/>
            <p:nvPr/>
          </p:nvSpPr>
          <p:spPr>
            <a:xfrm rot="18987412">
              <a:off x="9130940" y="1817250"/>
              <a:ext cx="320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solidFill>
                    <a:schemeClr val="accent5">
                      <a:lumMod val="75000"/>
                    </a:schemeClr>
                  </a:solidFill>
                </a:rPr>
                <a:t>ছ</a:t>
              </a:r>
              <a:endParaRPr lang="en-US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B48B9AD2-456F-4F6F-B756-DA13E13CE325}"/>
                </a:ext>
              </a:extLst>
            </p:cNvPr>
            <p:cNvSpPr txBox="1"/>
            <p:nvPr/>
          </p:nvSpPr>
          <p:spPr>
            <a:xfrm rot="19637553">
              <a:off x="7589914" y="1416915"/>
              <a:ext cx="348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solidFill>
                    <a:srgbClr val="0070C0"/>
                  </a:solidFill>
                </a:rPr>
                <a:t>জ</a:t>
              </a:r>
              <a:endParaRPr lang="en-US" dirty="0">
                <a:solidFill>
                  <a:srgbClr val="0070C0"/>
                </a:solidFill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58AAFFE5-6937-4E7E-B6B4-CFE4F8E00EA1}"/>
                </a:ext>
              </a:extLst>
            </p:cNvPr>
            <p:cNvSpPr txBox="1"/>
            <p:nvPr/>
          </p:nvSpPr>
          <p:spPr>
            <a:xfrm rot="19637553">
              <a:off x="8686686" y="1907095"/>
              <a:ext cx="348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solidFill>
                    <a:srgbClr val="0070C0"/>
                  </a:solidFill>
                </a:rPr>
                <a:t>জ</a:t>
              </a:r>
              <a:endParaRPr lang="en-US" dirty="0">
                <a:solidFill>
                  <a:srgbClr val="0070C0"/>
                </a:solidFill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45A1EF92-CBC6-49EA-88CC-A4517F1225AF}"/>
                </a:ext>
              </a:extLst>
            </p:cNvPr>
            <p:cNvSpPr txBox="1"/>
            <p:nvPr/>
          </p:nvSpPr>
          <p:spPr>
            <a:xfrm rot="19637553">
              <a:off x="7855874" y="1822304"/>
              <a:ext cx="348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solidFill>
                    <a:srgbClr val="0070C0"/>
                  </a:solidFill>
                </a:rPr>
                <a:t>জ</a:t>
              </a:r>
              <a:endParaRPr lang="en-US" dirty="0">
                <a:solidFill>
                  <a:srgbClr val="0070C0"/>
                </a:solidFill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7E6EF91-B7E8-49EA-8CAF-B6589004CA5D}"/>
                </a:ext>
              </a:extLst>
            </p:cNvPr>
            <p:cNvSpPr txBox="1"/>
            <p:nvPr/>
          </p:nvSpPr>
          <p:spPr>
            <a:xfrm rot="19637553">
              <a:off x="8653890" y="2977050"/>
              <a:ext cx="348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dirty="0">
                  <a:solidFill>
                    <a:srgbClr val="0070C0"/>
                  </a:solidFill>
                </a:rPr>
                <a:t>জ</a:t>
              </a:r>
              <a:endParaRPr lang="en-US" dirty="0">
                <a:solidFill>
                  <a:srgbClr val="0070C0"/>
                </a:solidFill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61B8F7C1-71DD-424E-81C6-1B24C439B12E}"/>
                </a:ext>
              </a:extLst>
            </p:cNvPr>
            <p:cNvSpPr txBox="1"/>
            <p:nvPr/>
          </p:nvSpPr>
          <p:spPr>
            <a:xfrm rot="18240984">
              <a:off x="8216250" y="2803291"/>
              <a:ext cx="2824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n-IN" dirty="0">
                  <a:solidFill>
                    <a:srgbClr val="7030A0"/>
                  </a:solidFill>
                </a:rPr>
                <a:t>ঝ</a:t>
              </a:r>
              <a:endParaRPr lang="en-US" dirty="0">
                <a:solidFill>
                  <a:srgbClr val="7030A0"/>
                </a:solidFill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6C0C4635-46FB-4BAD-9A98-36A8420AE5D4}"/>
                </a:ext>
              </a:extLst>
            </p:cNvPr>
            <p:cNvSpPr txBox="1"/>
            <p:nvPr/>
          </p:nvSpPr>
          <p:spPr>
            <a:xfrm rot="19444991">
              <a:off x="9171040" y="1541702"/>
              <a:ext cx="2824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n-IN" dirty="0">
                  <a:solidFill>
                    <a:srgbClr val="7030A0"/>
                  </a:solidFill>
                </a:rPr>
                <a:t>ঝ</a:t>
              </a:r>
              <a:endParaRPr lang="en-US" dirty="0">
                <a:solidFill>
                  <a:srgbClr val="7030A0"/>
                </a:solidFill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B5961BFC-E04B-496D-9EAA-1ABF9D93E2F5}"/>
                </a:ext>
              </a:extLst>
            </p:cNvPr>
            <p:cNvSpPr txBox="1"/>
            <p:nvPr/>
          </p:nvSpPr>
          <p:spPr>
            <a:xfrm rot="18240984">
              <a:off x="7298759" y="941012"/>
              <a:ext cx="3334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n-IN" dirty="0">
                  <a:solidFill>
                    <a:srgbClr val="7030A0"/>
                  </a:solidFill>
                </a:rPr>
                <a:t>ঝ</a:t>
              </a:r>
              <a:endParaRPr lang="en-US" dirty="0">
                <a:solidFill>
                  <a:srgbClr val="7030A0"/>
                </a:solidFill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0C27E57-518C-4B2D-8236-9BD6A339A970}"/>
                </a:ext>
              </a:extLst>
            </p:cNvPr>
            <p:cNvSpPr txBox="1"/>
            <p:nvPr/>
          </p:nvSpPr>
          <p:spPr>
            <a:xfrm rot="18240984">
              <a:off x="9096715" y="2656634"/>
              <a:ext cx="2824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n-IN" dirty="0">
                  <a:solidFill>
                    <a:srgbClr val="7030A0"/>
                  </a:solidFill>
                </a:rPr>
                <a:t>ঝ</a:t>
              </a:r>
              <a:endParaRPr lang="en-US" dirty="0">
                <a:solidFill>
                  <a:srgbClr val="7030A0"/>
                </a:solidFill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D74CDF4D-5051-4685-BEAD-DBFF9D46940A}"/>
                </a:ext>
              </a:extLst>
            </p:cNvPr>
            <p:cNvSpPr txBox="1"/>
            <p:nvPr/>
          </p:nvSpPr>
          <p:spPr>
            <a:xfrm rot="20030530">
              <a:off x="9037904" y="3511728"/>
              <a:ext cx="3658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2400" dirty="0">
                  <a:solidFill>
                    <a:srgbClr val="C00000"/>
                  </a:solidFill>
                </a:rPr>
                <a:t>ষ</a:t>
              </a:r>
              <a:endParaRPr lang="en-US" sz="2400" dirty="0">
                <a:solidFill>
                  <a:srgbClr val="C00000"/>
                </a:solidFill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65A48AE9-F7A4-4418-8ECF-1806CFA9C0B4}"/>
                </a:ext>
              </a:extLst>
            </p:cNvPr>
            <p:cNvSpPr txBox="1"/>
            <p:nvPr/>
          </p:nvSpPr>
          <p:spPr>
            <a:xfrm rot="19029760">
              <a:off x="9420530" y="2581963"/>
              <a:ext cx="3658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2400" dirty="0">
                  <a:solidFill>
                    <a:srgbClr val="00B0F0"/>
                  </a:solidFill>
                </a:rPr>
                <a:t>শ</a:t>
              </a:r>
              <a:endParaRPr lang="en-US" sz="2400" dirty="0">
                <a:solidFill>
                  <a:srgbClr val="00B0F0"/>
                </a:solidFill>
              </a:endParaRP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28D2DAE0-793C-4E54-A472-C9185F4553B1}"/>
                </a:ext>
              </a:extLst>
            </p:cNvPr>
            <p:cNvSpPr txBox="1"/>
            <p:nvPr/>
          </p:nvSpPr>
          <p:spPr>
            <a:xfrm rot="19181606">
              <a:off x="8662046" y="2586131"/>
              <a:ext cx="3658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2400" dirty="0">
                  <a:solidFill>
                    <a:schemeClr val="accent2">
                      <a:lumMod val="50000"/>
                    </a:schemeClr>
                  </a:solidFill>
                </a:rPr>
                <a:t>শ</a:t>
              </a:r>
              <a:endParaRPr lang="en-US" sz="2400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</p:grpSp>
      <p:sp>
        <p:nvSpPr>
          <p:cNvPr id="135" name="TextBox 134">
            <a:extLst>
              <a:ext uri="{FF2B5EF4-FFF2-40B4-BE49-F238E27FC236}">
                <a16:creationId xmlns:a16="http://schemas.microsoft.com/office/drawing/2014/main" id="{E0010750-7BEB-4CE4-BF47-C6B5C4BB4BAE}"/>
              </a:ext>
            </a:extLst>
          </p:cNvPr>
          <p:cNvSpPr txBox="1"/>
          <p:nvPr/>
        </p:nvSpPr>
        <p:spPr>
          <a:xfrm>
            <a:off x="5611775" y="5376345"/>
            <a:ext cx="468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n-IN" sz="3200" dirty="0">
                <a:solidFill>
                  <a:schemeClr val="accent6"/>
                </a:solidFill>
              </a:rPr>
              <a:t>জ</a:t>
            </a:r>
            <a:endParaRPr lang="en-US" sz="3200" dirty="0">
              <a:solidFill>
                <a:schemeClr val="accent6"/>
              </a:solidFill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B483E4E-BE61-4700-A32F-3AC24C8CD53F}"/>
              </a:ext>
            </a:extLst>
          </p:cNvPr>
          <p:cNvGrpSpPr/>
          <p:nvPr/>
        </p:nvGrpSpPr>
        <p:grpSpPr>
          <a:xfrm>
            <a:off x="879570" y="2708042"/>
            <a:ext cx="5408853" cy="4202471"/>
            <a:chOff x="879570" y="2708042"/>
            <a:chExt cx="5408853" cy="420247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ED52CC9-FEA9-4AAC-9A53-2E7750B258E3}"/>
                </a:ext>
              </a:extLst>
            </p:cNvPr>
            <p:cNvSpPr txBox="1"/>
            <p:nvPr/>
          </p:nvSpPr>
          <p:spPr>
            <a:xfrm>
              <a:off x="2500815" y="5638677"/>
              <a:ext cx="4267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3200" dirty="0">
                  <a:solidFill>
                    <a:schemeClr val="accent6"/>
                  </a:solidFill>
                </a:rPr>
                <a:t>ম</a:t>
              </a:r>
              <a:endParaRPr lang="en-US" sz="3200" dirty="0">
                <a:solidFill>
                  <a:schemeClr val="accent6"/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092A4D6-4249-4331-9DB3-489BD6165840}"/>
                </a:ext>
              </a:extLst>
            </p:cNvPr>
            <p:cNvSpPr txBox="1"/>
            <p:nvPr/>
          </p:nvSpPr>
          <p:spPr>
            <a:xfrm>
              <a:off x="4665776" y="5206488"/>
              <a:ext cx="47961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accent6"/>
                  </a:solidFill>
                </a:rPr>
                <a:t>গ</a:t>
              </a: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87291436-12B2-45E8-AB69-92FD3D9F0733}"/>
                </a:ext>
              </a:extLst>
            </p:cNvPr>
            <p:cNvGrpSpPr/>
            <p:nvPr/>
          </p:nvGrpSpPr>
          <p:grpSpPr>
            <a:xfrm>
              <a:off x="879570" y="2708042"/>
              <a:ext cx="4208918" cy="2822662"/>
              <a:chOff x="879570" y="2708042"/>
              <a:chExt cx="4208918" cy="2822662"/>
            </a:xfrm>
          </p:grpSpPr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5C974303-B219-4449-8CC7-C42348639E01}"/>
                  </a:ext>
                </a:extLst>
              </p:cNvPr>
              <p:cNvSpPr txBox="1"/>
              <p:nvPr/>
            </p:nvSpPr>
            <p:spPr>
              <a:xfrm>
                <a:off x="1408306" y="4197226"/>
                <a:ext cx="3658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bn-IN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শ</a:t>
                </a: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909B08AF-A37B-4C6B-A4AB-FFC659EF7CA1}"/>
                  </a:ext>
                </a:extLst>
              </p:cNvPr>
              <p:cNvSpPr txBox="1"/>
              <p:nvPr/>
            </p:nvSpPr>
            <p:spPr>
              <a:xfrm>
                <a:off x="879570" y="3835660"/>
                <a:ext cx="3658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bn-IN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শ</a:t>
                </a: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B91138B-93F1-4F74-82BA-9B14E8EC0C31}"/>
                  </a:ext>
                </a:extLst>
              </p:cNvPr>
              <p:cNvSpPr txBox="1"/>
              <p:nvPr/>
            </p:nvSpPr>
            <p:spPr>
              <a:xfrm>
                <a:off x="2159734" y="2708042"/>
                <a:ext cx="3658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bn-IN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শ</a:t>
                </a: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73B31638-BC95-41A8-9B29-2B51B8A790D7}"/>
                  </a:ext>
                </a:extLst>
              </p:cNvPr>
              <p:cNvSpPr txBox="1"/>
              <p:nvPr/>
            </p:nvSpPr>
            <p:spPr>
              <a:xfrm rot="20184083">
                <a:off x="4722682" y="2745666"/>
                <a:ext cx="3658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bn-IN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শ</a:t>
                </a: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2ED2ABAC-071F-4054-9CB5-F4ECD05080D9}"/>
                  </a:ext>
                </a:extLst>
              </p:cNvPr>
              <p:cNvSpPr txBox="1"/>
              <p:nvPr/>
            </p:nvSpPr>
            <p:spPr>
              <a:xfrm>
                <a:off x="3292211" y="4059926"/>
                <a:ext cx="4203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bn-IN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অ</a:t>
                </a: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3222729D-DA0E-40A5-8D52-30A58358B3C6}"/>
                  </a:ext>
                </a:extLst>
              </p:cNvPr>
              <p:cNvSpPr txBox="1"/>
              <p:nvPr/>
            </p:nvSpPr>
            <p:spPr>
              <a:xfrm>
                <a:off x="4528490" y="3313747"/>
                <a:ext cx="4203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bn-IN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অ</a:t>
                </a: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2C8752E7-6C77-4FDD-8371-7046D43F8C20}"/>
                  </a:ext>
                </a:extLst>
              </p:cNvPr>
              <p:cNvSpPr txBox="1"/>
              <p:nvPr/>
            </p:nvSpPr>
            <p:spPr>
              <a:xfrm>
                <a:off x="2457003" y="3682264"/>
                <a:ext cx="4203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bn-IN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অ</a:t>
                </a: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506CD8C0-DFAC-4B25-A954-39795B7D576B}"/>
                  </a:ext>
                </a:extLst>
              </p:cNvPr>
              <p:cNvSpPr txBox="1"/>
              <p:nvPr/>
            </p:nvSpPr>
            <p:spPr>
              <a:xfrm rot="1258261">
                <a:off x="2141619" y="3253010"/>
                <a:ext cx="4203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bn-IN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অ</a:t>
                </a: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01C422A2-B688-4824-9739-F2A77B33D319}"/>
                  </a:ext>
                </a:extLst>
              </p:cNvPr>
              <p:cNvSpPr txBox="1"/>
              <p:nvPr/>
            </p:nvSpPr>
            <p:spPr>
              <a:xfrm>
                <a:off x="2095017" y="4945929"/>
                <a:ext cx="46839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solidFill>
                      <a:schemeClr val="accent6"/>
                    </a:solidFill>
                  </a:rPr>
                  <a:t>খ</a:t>
                </a:r>
              </a:p>
            </p:txBody>
          </p:sp>
        </p:grp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1BDDCC8B-EC1D-42CD-BC79-67D5AFC97CA0}"/>
                </a:ext>
              </a:extLst>
            </p:cNvPr>
            <p:cNvSpPr txBox="1"/>
            <p:nvPr/>
          </p:nvSpPr>
          <p:spPr>
            <a:xfrm>
              <a:off x="3338809" y="5509616"/>
              <a:ext cx="54534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accent6"/>
                  </a:solidFill>
                </a:rPr>
                <a:t>ক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B4A2ADB0-F2A7-4DDC-8772-39A5F62C7E30}"/>
                </a:ext>
              </a:extLst>
            </p:cNvPr>
            <p:cNvSpPr txBox="1"/>
            <p:nvPr/>
          </p:nvSpPr>
          <p:spPr>
            <a:xfrm>
              <a:off x="4760516" y="6004683"/>
              <a:ext cx="59022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accent6"/>
                  </a:solidFill>
                </a:rPr>
                <a:t>অ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BB1BC5D8-E128-4C33-83D5-608041F4F7AA}"/>
                </a:ext>
              </a:extLst>
            </p:cNvPr>
            <p:cNvSpPr txBox="1"/>
            <p:nvPr/>
          </p:nvSpPr>
          <p:spPr>
            <a:xfrm>
              <a:off x="3356713" y="5934533"/>
              <a:ext cx="4267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3200" dirty="0">
                  <a:solidFill>
                    <a:schemeClr val="accent6"/>
                  </a:solidFill>
                </a:rPr>
                <a:t>ন</a:t>
              </a:r>
              <a:endParaRPr lang="en-US" sz="3200" dirty="0">
                <a:solidFill>
                  <a:schemeClr val="accent6"/>
                </a:solidFill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66EEBA47-8571-46F4-A0A0-E5595E7E97C7}"/>
                </a:ext>
              </a:extLst>
            </p:cNvPr>
            <p:cNvSpPr txBox="1"/>
            <p:nvPr/>
          </p:nvSpPr>
          <p:spPr>
            <a:xfrm>
              <a:off x="2630872" y="6245865"/>
              <a:ext cx="4267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3200" dirty="0">
                  <a:solidFill>
                    <a:schemeClr val="accent6"/>
                  </a:solidFill>
                </a:rPr>
                <a:t>ল</a:t>
              </a:r>
              <a:endParaRPr lang="en-US" sz="3200" dirty="0">
                <a:solidFill>
                  <a:schemeClr val="accent6"/>
                </a:solidFill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DD760929-32D7-4F77-8EDB-570EB976FF5C}"/>
                </a:ext>
              </a:extLst>
            </p:cNvPr>
            <p:cNvSpPr txBox="1"/>
            <p:nvPr/>
          </p:nvSpPr>
          <p:spPr>
            <a:xfrm>
              <a:off x="4116122" y="5988208"/>
              <a:ext cx="43313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3200" dirty="0">
                  <a:solidFill>
                    <a:schemeClr val="accent6"/>
                  </a:solidFill>
                </a:rPr>
                <a:t>ঈ</a:t>
              </a:r>
              <a:endParaRPr lang="en-US" sz="3200" dirty="0">
                <a:solidFill>
                  <a:schemeClr val="accent6"/>
                </a:solidFill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E5FDFC77-31AA-4F89-86E7-2D22FFDC6939}"/>
                </a:ext>
              </a:extLst>
            </p:cNvPr>
            <p:cNvSpPr txBox="1"/>
            <p:nvPr/>
          </p:nvSpPr>
          <p:spPr>
            <a:xfrm>
              <a:off x="4137991" y="5560400"/>
              <a:ext cx="4267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3200" dirty="0">
                  <a:solidFill>
                    <a:schemeClr val="accent6"/>
                  </a:solidFill>
                </a:rPr>
                <a:t>স</a:t>
              </a:r>
              <a:endParaRPr lang="en-US" sz="3200" dirty="0">
                <a:solidFill>
                  <a:schemeClr val="accent6"/>
                </a:solidFill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CE2BA566-2329-414E-B26E-5DE07853C404}"/>
                </a:ext>
              </a:extLst>
            </p:cNvPr>
            <p:cNvSpPr txBox="1"/>
            <p:nvPr/>
          </p:nvSpPr>
          <p:spPr>
            <a:xfrm>
              <a:off x="4892729" y="5569445"/>
              <a:ext cx="47160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3200" dirty="0">
                  <a:solidFill>
                    <a:schemeClr val="accent6"/>
                  </a:solidFill>
                </a:rPr>
                <a:t>ত</a:t>
              </a:r>
              <a:endParaRPr lang="en-US" sz="3200" dirty="0">
                <a:solidFill>
                  <a:schemeClr val="accent6"/>
                </a:solidFill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396DE67F-919E-41CF-B9C5-353A6BA1D84D}"/>
                </a:ext>
              </a:extLst>
            </p:cNvPr>
            <p:cNvSpPr txBox="1"/>
            <p:nvPr/>
          </p:nvSpPr>
          <p:spPr>
            <a:xfrm>
              <a:off x="5213400" y="6325738"/>
              <a:ext cx="39626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3200" dirty="0">
                  <a:solidFill>
                    <a:schemeClr val="accent6"/>
                  </a:solidFill>
                </a:rPr>
                <a:t>ট</a:t>
              </a:r>
              <a:endParaRPr lang="en-US" sz="3200" dirty="0">
                <a:solidFill>
                  <a:schemeClr val="accent6"/>
                </a:solidFill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AF52D8E8-AEC0-455F-8FBC-2180B7AFE6E6}"/>
                </a:ext>
              </a:extLst>
            </p:cNvPr>
            <p:cNvSpPr txBox="1"/>
            <p:nvPr/>
          </p:nvSpPr>
          <p:spPr>
            <a:xfrm>
              <a:off x="2154176" y="5787831"/>
              <a:ext cx="4267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3200" dirty="0">
                  <a:solidFill>
                    <a:schemeClr val="accent6"/>
                  </a:solidFill>
                </a:rPr>
                <a:t>প</a:t>
              </a:r>
              <a:endParaRPr lang="en-US" sz="3200" dirty="0">
                <a:solidFill>
                  <a:schemeClr val="accent6"/>
                </a:solidFill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08D769CA-EB8C-4A5B-A97C-D52307BF4899}"/>
                </a:ext>
              </a:extLst>
            </p:cNvPr>
            <p:cNvSpPr txBox="1"/>
            <p:nvPr/>
          </p:nvSpPr>
          <p:spPr>
            <a:xfrm>
              <a:off x="5812011" y="5999942"/>
              <a:ext cx="47641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n-IN" sz="3200" dirty="0">
                  <a:solidFill>
                    <a:schemeClr val="accent6"/>
                  </a:solidFill>
                </a:rPr>
                <a:t>ফ</a:t>
              </a:r>
              <a:endParaRPr lang="en-US" sz="3200" dirty="0">
                <a:solidFill>
                  <a:schemeClr val="accent6"/>
                </a:solidFill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FB83B54-27AF-4360-AC3C-8C3CA913DE55}"/>
              </a:ext>
            </a:extLst>
          </p:cNvPr>
          <p:cNvSpPr txBox="1"/>
          <p:nvPr/>
        </p:nvSpPr>
        <p:spPr>
          <a:xfrm>
            <a:off x="10572820" y="57880"/>
            <a:ext cx="1444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Learn Bengali</a:t>
            </a:r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79A5E9F3-7E09-42D3-8CA1-FF1439470325}"/>
              </a:ext>
            </a:extLst>
          </p:cNvPr>
          <p:cNvGrpSpPr/>
          <p:nvPr/>
        </p:nvGrpSpPr>
        <p:grpSpPr>
          <a:xfrm>
            <a:off x="11220304" y="5899984"/>
            <a:ext cx="837979" cy="761226"/>
            <a:chOff x="11220304" y="5899984"/>
            <a:chExt cx="837979" cy="761226"/>
          </a:xfrm>
        </p:grpSpPr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739939A9-E079-4808-B921-747E7C0F48ED}"/>
                </a:ext>
              </a:extLst>
            </p:cNvPr>
            <p:cNvSpPr/>
            <p:nvPr/>
          </p:nvSpPr>
          <p:spPr>
            <a:xfrm>
              <a:off x="11220304" y="5899984"/>
              <a:ext cx="837979" cy="761226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 w="69850">
              <a:solidFill>
                <a:schemeClr val="accent6">
                  <a:lumMod val="7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w="146050" h="1778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46" name="Arrow: Left 145">
              <a:extLst>
                <a:ext uri="{FF2B5EF4-FFF2-40B4-BE49-F238E27FC236}">
                  <a16:creationId xmlns:a16="http://schemas.microsoft.com/office/drawing/2014/main" id="{97376D7B-44BF-4E25-AECC-813FA25A93C2}"/>
                </a:ext>
              </a:extLst>
            </p:cNvPr>
            <p:cNvSpPr/>
            <p:nvPr/>
          </p:nvSpPr>
          <p:spPr>
            <a:xfrm rot="10800000">
              <a:off x="11384256" y="6081824"/>
              <a:ext cx="510074" cy="397546"/>
            </a:xfrm>
            <a:prstGeom prst="leftArrow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90119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F6D950B1-D98B-43A2-A37D-DA3822D1AB37}"/>
              </a:ext>
            </a:extLst>
          </p:cNvPr>
          <p:cNvSpPr/>
          <p:nvPr/>
        </p:nvSpPr>
        <p:spPr>
          <a:xfrm>
            <a:off x="4717629" y="2713503"/>
            <a:ext cx="1395210" cy="78480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 contourW="50800">
            <a:bevelT w="101600" h="101600"/>
            <a:contourClr>
              <a:srgbClr val="71980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ত</a:t>
            </a:r>
            <a:r>
              <a:rPr lang="en-US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-ধ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C3403ADC-DB6C-4AF5-86C2-94D86B0EEE26}"/>
              </a:ext>
            </a:extLst>
          </p:cNvPr>
          <p:cNvSpPr/>
          <p:nvPr/>
        </p:nvSpPr>
        <p:spPr>
          <a:xfrm>
            <a:off x="3881997" y="1783985"/>
            <a:ext cx="1395210" cy="78480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 contourW="50800">
            <a:bevelT w="101600" h="101600"/>
            <a:contourClr>
              <a:srgbClr val="71980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ক</a:t>
            </a:r>
            <a:r>
              <a:rPr lang="bn-IN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ঘ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E698F49D-CC77-4999-83DE-3749FC039A15}"/>
              </a:ext>
            </a:extLst>
          </p:cNvPr>
          <p:cNvSpPr/>
          <p:nvPr/>
        </p:nvSpPr>
        <p:spPr>
          <a:xfrm>
            <a:off x="5391725" y="1759627"/>
            <a:ext cx="1395210" cy="78480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 contourW="50800">
            <a:bevelT w="101600" h="101600"/>
            <a:contourClr>
              <a:srgbClr val="71980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চ-ঝ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4ABA7889-175B-4D4D-8FCE-D88F354003D0}"/>
              </a:ext>
            </a:extLst>
          </p:cNvPr>
          <p:cNvSpPr/>
          <p:nvPr/>
        </p:nvSpPr>
        <p:spPr>
          <a:xfrm>
            <a:off x="6928879" y="1783984"/>
            <a:ext cx="1395210" cy="78480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 contourW="50800">
            <a:bevelT w="101600" h="101600"/>
            <a:contourClr>
              <a:srgbClr val="71980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ট-ঢ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473C733-B328-4C2D-96D9-0B874AA29A34}"/>
              </a:ext>
            </a:extLst>
          </p:cNvPr>
          <p:cNvGrpSpPr/>
          <p:nvPr/>
        </p:nvGrpSpPr>
        <p:grpSpPr>
          <a:xfrm>
            <a:off x="121274" y="5983940"/>
            <a:ext cx="837979" cy="761226"/>
            <a:chOff x="121274" y="5983940"/>
            <a:chExt cx="837979" cy="761226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B9012DD-F13D-4218-B537-D302B6718BB7}"/>
                </a:ext>
              </a:extLst>
            </p:cNvPr>
            <p:cNvSpPr/>
            <p:nvPr/>
          </p:nvSpPr>
          <p:spPr>
            <a:xfrm>
              <a:off x="121274" y="5983940"/>
              <a:ext cx="837979" cy="761226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 w="69850">
              <a:solidFill>
                <a:schemeClr val="accent6">
                  <a:lumMod val="7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w="146050" h="1778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36" name="Arrow: Left 35">
              <a:extLst>
                <a:ext uri="{FF2B5EF4-FFF2-40B4-BE49-F238E27FC236}">
                  <a16:creationId xmlns:a16="http://schemas.microsoft.com/office/drawing/2014/main" id="{FE3313D6-CCCB-4C2C-B794-9AEAAC002768}"/>
                </a:ext>
              </a:extLst>
            </p:cNvPr>
            <p:cNvSpPr/>
            <p:nvPr/>
          </p:nvSpPr>
          <p:spPr>
            <a:xfrm>
              <a:off x="239929" y="6205265"/>
              <a:ext cx="510074" cy="397546"/>
            </a:xfrm>
            <a:prstGeom prst="leftArrow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CE3E552-E862-4042-95E3-339A3A286DC2}"/>
              </a:ext>
            </a:extLst>
          </p:cNvPr>
          <p:cNvGrpSpPr/>
          <p:nvPr/>
        </p:nvGrpSpPr>
        <p:grpSpPr>
          <a:xfrm>
            <a:off x="11220304" y="5899984"/>
            <a:ext cx="837979" cy="761226"/>
            <a:chOff x="11220304" y="5899984"/>
            <a:chExt cx="837979" cy="761226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4590985-FDD1-45B8-BDE7-A2265C113FEA}"/>
                </a:ext>
              </a:extLst>
            </p:cNvPr>
            <p:cNvSpPr/>
            <p:nvPr/>
          </p:nvSpPr>
          <p:spPr>
            <a:xfrm>
              <a:off x="11220304" y="5899984"/>
              <a:ext cx="837979" cy="761226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 w="69850">
              <a:solidFill>
                <a:schemeClr val="accent6">
                  <a:lumMod val="7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w="146050" h="1778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1" name="Arrow: Left 40">
              <a:extLst>
                <a:ext uri="{FF2B5EF4-FFF2-40B4-BE49-F238E27FC236}">
                  <a16:creationId xmlns:a16="http://schemas.microsoft.com/office/drawing/2014/main" id="{D8B5493E-9733-45E5-A0FD-B37A8A097924}"/>
                </a:ext>
              </a:extLst>
            </p:cNvPr>
            <p:cNvSpPr/>
            <p:nvPr/>
          </p:nvSpPr>
          <p:spPr>
            <a:xfrm rot="10800000">
              <a:off x="11384256" y="6081824"/>
              <a:ext cx="510074" cy="397546"/>
            </a:xfrm>
            <a:prstGeom prst="leftArrow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236EA5ED-92CA-4949-AC72-994C07B01F2F}"/>
              </a:ext>
            </a:extLst>
          </p:cNvPr>
          <p:cNvSpPr/>
          <p:nvPr/>
        </p:nvSpPr>
        <p:spPr>
          <a:xfrm>
            <a:off x="96048" y="83532"/>
            <a:ext cx="1145058" cy="991780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69850">
            <a:solidFill>
              <a:schemeClr val="accent6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 w="146050" h="1778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1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English</a:t>
            </a:r>
          </a:p>
        </p:txBody>
      </p:sp>
      <p:sp>
        <p:nvSpPr>
          <p:cNvPr id="44" name="Scroll: Horizontal 43">
            <a:extLst>
              <a:ext uri="{FF2B5EF4-FFF2-40B4-BE49-F238E27FC236}">
                <a16:creationId xmlns:a16="http://schemas.microsoft.com/office/drawing/2014/main" id="{77D8020F-DC09-4978-91BE-E102E2486FD5}"/>
              </a:ext>
            </a:extLst>
          </p:cNvPr>
          <p:cNvSpPr/>
          <p:nvPr/>
        </p:nvSpPr>
        <p:spPr>
          <a:xfrm>
            <a:off x="24588" y="2852260"/>
            <a:ext cx="2432765" cy="1332355"/>
          </a:xfrm>
          <a:prstGeom prst="horizontalScroll">
            <a:avLst/>
          </a:prstGeom>
          <a:solidFill>
            <a:schemeClr val="tx2">
              <a:lumMod val="40000"/>
              <a:lumOff val="60000"/>
            </a:schemeClr>
          </a:solidFill>
          <a:effectLst>
            <a:outerShdw blurRad="50800" dist="38100" dir="2700000" sx="105000" sy="105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               </a:t>
            </a:r>
            <a:r>
              <a:rPr lang="en-US" sz="2400" b="1" dirty="0">
                <a:solidFill>
                  <a:schemeClr val="bg1"/>
                </a:solidFill>
              </a:rPr>
              <a:t>Pronunciation</a:t>
            </a:r>
          </a:p>
        </p:txBody>
      </p:sp>
      <p:pic>
        <p:nvPicPr>
          <p:cNvPr id="45" name="Picture 2" descr="Singing bird mascot image | Free SVG">
            <a:extLst>
              <a:ext uri="{FF2B5EF4-FFF2-40B4-BE49-F238E27FC236}">
                <a16:creationId xmlns:a16="http://schemas.microsoft.com/office/drawing/2014/main" id="{0DCCB39D-28A5-449E-B484-03DBDD2C88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79" r="43348" b="21728"/>
          <a:stretch/>
        </p:blipFill>
        <p:spPr bwMode="auto">
          <a:xfrm>
            <a:off x="413124" y="2043727"/>
            <a:ext cx="1279475" cy="1332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7A39873-0396-402C-9393-0E9068528E22}"/>
              </a:ext>
            </a:extLst>
          </p:cNvPr>
          <p:cNvSpPr/>
          <p:nvPr/>
        </p:nvSpPr>
        <p:spPr>
          <a:xfrm>
            <a:off x="6231274" y="2699950"/>
            <a:ext cx="1395210" cy="78480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 contourW="50800">
            <a:bevelT w="101600" h="101600"/>
            <a:contourClr>
              <a:srgbClr val="71980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প</a:t>
            </a:r>
            <a:r>
              <a:rPr lang="en-US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-ভ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FCE525F0-4467-4214-BFF3-3D253506224B}"/>
              </a:ext>
            </a:extLst>
          </p:cNvPr>
          <p:cNvSpPr/>
          <p:nvPr/>
        </p:nvSpPr>
        <p:spPr>
          <a:xfrm>
            <a:off x="6201736" y="3647883"/>
            <a:ext cx="1395210" cy="78480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 contourW="50800">
            <a:bevelT w="101600" h="101600"/>
            <a:contourClr>
              <a:srgbClr val="71980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র,ড়,ঢ়</a:t>
            </a:r>
            <a:endParaRPr lang="en-US" sz="24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ECC3348-F67C-4BF4-8D6B-4A5866FD6EF4}"/>
              </a:ext>
            </a:extLst>
          </p:cNvPr>
          <p:cNvGrpSpPr/>
          <p:nvPr/>
        </p:nvGrpSpPr>
        <p:grpSpPr>
          <a:xfrm>
            <a:off x="8943199" y="2767789"/>
            <a:ext cx="2120911" cy="1012765"/>
            <a:chOff x="8887081" y="3525348"/>
            <a:chExt cx="2120911" cy="1012765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277F0A35-C759-4FF8-9E67-84F920CBF365}"/>
                </a:ext>
              </a:extLst>
            </p:cNvPr>
            <p:cNvSpPr/>
            <p:nvPr/>
          </p:nvSpPr>
          <p:spPr>
            <a:xfrm>
              <a:off x="8887081" y="3525348"/>
              <a:ext cx="2120911" cy="1012765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scene3d>
              <a:camera prst="orthographicFront"/>
              <a:lightRig rig="threePt" dir="t"/>
            </a:scene3d>
            <a:sp3d contourW="50800">
              <a:bevelT w="101600" h="101600"/>
              <a:contourClr>
                <a:srgbClr val="94321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FE97E6D-463D-48BE-98DB-1AF427670F59}"/>
                </a:ext>
              </a:extLst>
            </p:cNvPr>
            <p:cNvSpPr/>
            <p:nvPr/>
          </p:nvSpPr>
          <p:spPr>
            <a:xfrm>
              <a:off x="9005516" y="3699163"/>
              <a:ext cx="1884040" cy="665137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scene3d>
              <a:camera prst="orthographicFront"/>
              <a:lightRig rig="threePt" dir="t"/>
            </a:scene3d>
            <a:sp3d contourW="50800">
              <a:bevelT w="101600" h="101600"/>
              <a:contourClr>
                <a:srgbClr val="94321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Tw Cen MT" panose="020B0602020104020603" pitchFamily="34" charset="0"/>
                  <a:cs typeface="Kalpurush" panose="02000600000000000000" pitchFamily="2" charset="0"/>
                </a:rPr>
                <a:t>Similar sound </a:t>
              </a:r>
            </a:p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Tw Cen MT" panose="020B0602020104020603" pitchFamily="34" charset="0"/>
                  <a:cs typeface="Kalpurush" panose="02000600000000000000" pitchFamily="2" charset="0"/>
                </a:rPr>
                <a:t>letters</a:t>
              </a:r>
            </a:p>
          </p:txBody>
        </p:sp>
      </p:grp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9A57A36-D2BA-4ABB-AB80-39BFBD4C84E6}"/>
              </a:ext>
            </a:extLst>
          </p:cNvPr>
          <p:cNvSpPr/>
          <p:nvPr/>
        </p:nvSpPr>
        <p:spPr>
          <a:xfrm>
            <a:off x="4688091" y="3652051"/>
            <a:ext cx="1395210" cy="78480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 contourW="50800">
            <a:bevelT w="101600" h="101600"/>
            <a:contourClr>
              <a:srgbClr val="71980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য‌,য়</a:t>
            </a:r>
            <a:endParaRPr lang="en-US" sz="24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B217033-E592-47E8-81B5-99F90BD2221F}"/>
              </a:ext>
            </a:extLst>
          </p:cNvPr>
          <p:cNvGrpSpPr/>
          <p:nvPr/>
        </p:nvGrpSpPr>
        <p:grpSpPr>
          <a:xfrm>
            <a:off x="5501832" y="4568017"/>
            <a:ext cx="1298206" cy="1256563"/>
            <a:chOff x="5421049" y="3957563"/>
            <a:chExt cx="1298206" cy="1256563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DABF6638-484C-41C9-B461-A32E1B7C2FD3}"/>
                </a:ext>
              </a:extLst>
            </p:cNvPr>
            <p:cNvSpPr/>
            <p:nvPr/>
          </p:nvSpPr>
          <p:spPr>
            <a:xfrm>
              <a:off x="5421049" y="3957563"/>
              <a:ext cx="1298206" cy="1256563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 contourW="50800">
              <a:bevelT w="101600" h="101600"/>
              <a:contourClr>
                <a:srgbClr val="719802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ঙ,ঞ</a:t>
              </a:r>
              <a:r>
                <a:rPr lang="en-US" sz="2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,ৎ</a:t>
              </a:r>
              <a:endParaRPr lang="bn-IN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endParaRPr lang="en-US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endParaRPr lang="en-US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44699152-9AF3-47F9-BEB5-5EB73DC2AC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8024" t="7478" r="41198" b="72755"/>
            <a:stretch/>
          </p:blipFill>
          <p:spPr>
            <a:xfrm>
              <a:off x="6243109" y="4585809"/>
              <a:ext cx="362633" cy="291911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497800E6-0B66-49C3-A142-A0C62C42B9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51930" t="26593" r="27544" b="36787"/>
            <a:stretch/>
          </p:blipFill>
          <p:spPr>
            <a:xfrm>
              <a:off x="5970851" y="4565601"/>
              <a:ext cx="204266" cy="338698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6F88B8A4-0DB8-4AA0-9652-2A5EB9FB7D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50980" t="23116" r="25602" b="30108"/>
            <a:stretch/>
          </p:blipFill>
          <p:spPr>
            <a:xfrm>
              <a:off x="5599571" y="4513006"/>
              <a:ext cx="235674" cy="437519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0801581-8971-4BB4-B498-26438B0D92B0}"/>
              </a:ext>
            </a:extLst>
          </p:cNvPr>
          <p:cNvGrpSpPr/>
          <p:nvPr/>
        </p:nvGrpSpPr>
        <p:grpSpPr>
          <a:xfrm>
            <a:off x="5052892" y="295193"/>
            <a:ext cx="2196089" cy="1288840"/>
            <a:chOff x="3369966" y="2445745"/>
            <a:chExt cx="3401788" cy="2567850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C1AD577F-EA2B-4923-8B10-B481F613D300}"/>
                </a:ext>
              </a:extLst>
            </p:cNvPr>
            <p:cNvSpPr/>
            <p:nvPr/>
          </p:nvSpPr>
          <p:spPr>
            <a:xfrm>
              <a:off x="3369966" y="2445745"/>
              <a:ext cx="3401788" cy="2567850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AC64024-725A-4366-87AC-4C639D9D9D87}"/>
                </a:ext>
              </a:extLst>
            </p:cNvPr>
            <p:cNvSpPr/>
            <p:nvPr/>
          </p:nvSpPr>
          <p:spPr>
            <a:xfrm>
              <a:off x="3793589" y="2700964"/>
              <a:ext cx="2554539" cy="199223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latin typeface="Tw Cen MT" panose="020B0602020104020603" pitchFamily="34" charset="0"/>
                  <a:cs typeface="Kalpurush" panose="02000600000000000000" pitchFamily="2" charset="0"/>
                </a:rPr>
                <a:t>Picture</a:t>
              </a:r>
            </a:p>
            <a:p>
              <a:pPr algn="ctr"/>
              <a:r>
                <a:rPr lang="en-US" sz="2800" b="1" dirty="0">
                  <a:latin typeface="Tw Cen MT" panose="020B0602020104020603" pitchFamily="34" charset="0"/>
                  <a:cs typeface="Kalpurush" panose="02000600000000000000" pitchFamily="2" charset="0"/>
                </a:rPr>
                <a:t>cards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3775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2" name="Picture 28" descr="Daisy decorative frame vector clip art | Free SVG">
            <a:extLst>
              <a:ext uri="{FF2B5EF4-FFF2-40B4-BE49-F238E27FC236}">
                <a16:creationId xmlns:a16="http://schemas.microsoft.com/office/drawing/2014/main" id="{05318AAB-B5A5-48EA-B506-4606F8BD77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9946" y="520962"/>
            <a:ext cx="4513274" cy="5816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D3F695C-B0D4-4090-B332-0AFB06B10233}"/>
              </a:ext>
            </a:extLst>
          </p:cNvPr>
          <p:cNvSpPr/>
          <p:nvPr/>
        </p:nvSpPr>
        <p:spPr>
          <a:xfrm>
            <a:off x="9245140" y="1090002"/>
            <a:ext cx="819742" cy="823754"/>
          </a:xfrm>
          <a:prstGeom prst="rect">
            <a:avLst/>
          </a:prstGeom>
          <a:ln>
            <a:noFill/>
          </a:ln>
          <a:effectLst>
            <a:outerShdw blurRad="190500" dist="190500" dir="3000000" algn="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228600" h="69850"/>
            <a:bevelB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>
              <a:bevelB w="69850" prst="coolSlant"/>
            </a:sp3d>
          </a:bodyPr>
          <a:lstStyle/>
          <a:p>
            <a:pPr algn="ctr"/>
            <a:r>
              <a:rPr lang="bn-IN" sz="4400" b="1" dirty="0">
                <a:solidFill>
                  <a:schemeClr val="bg1"/>
                </a:solidFill>
                <a:effectLst>
                  <a:outerShdw sx="1000" sy="1000" algn="ctr" rotWithShape="0">
                    <a:srgbClr val="000000"/>
                  </a:outerShdw>
                </a:effectLst>
                <a:latin typeface="Kalpurush" panose="02000600000000000000" pitchFamily="2" charset="0"/>
                <a:cs typeface="Kalpurush" panose="02000600000000000000" pitchFamily="2" charset="0"/>
              </a:rPr>
              <a:t>ক</a:t>
            </a:r>
            <a:endParaRPr lang="en-US" sz="4400" b="1" dirty="0">
              <a:solidFill>
                <a:schemeClr val="bg1"/>
              </a:solidFill>
              <a:effectLst>
                <a:outerShdw sx="1000" sy="1000" algn="ctr" rotWithShape="0">
                  <a:srgbClr val="000000"/>
                </a:outerShdw>
              </a:effectLst>
              <a:latin typeface="Kalpurush" panose="02000600000000000000" pitchFamily="2" charset="0"/>
              <a:cs typeface="Kalpurush" panose="020006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9AA1FD-DDEC-47B3-A773-E658945E0E00}"/>
              </a:ext>
            </a:extLst>
          </p:cNvPr>
          <p:cNvSpPr/>
          <p:nvPr/>
        </p:nvSpPr>
        <p:spPr>
          <a:xfrm>
            <a:off x="9281289" y="4237515"/>
            <a:ext cx="777194" cy="829748"/>
          </a:xfrm>
          <a:prstGeom prst="rect">
            <a:avLst/>
          </a:prstGeom>
          <a:ln>
            <a:noFill/>
          </a:ln>
          <a:effectLst>
            <a:outerShdw blurRad="190500" dist="190500" dir="3000000" algn="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228600" h="69850"/>
            <a:bevelB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>
              <a:bevelB w="69850" prst="coolSlant"/>
            </a:sp3d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effectLst>
                  <a:outerShdw sx="1000" sy="1000" algn="ctr" rotWithShape="0">
                    <a:srgbClr val="000000"/>
                  </a:outerShdw>
                </a:effectLst>
                <a:latin typeface="Kalpurush" panose="02000600000000000000" pitchFamily="2" charset="0"/>
                <a:cs typeface="Kalpurush" panose="02000600000000000000" pitchFamily="2" charset="0"/>
              </a:rPr>
              <a:t>ঘ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379096-C8B1-407A-8754-FCCFD9EB9844}"/>
              </a:ext>
            </a:extLst>
          </p:cNvPr>
          <p:cNvSpPr/>
          <p:nvPr/>
        </p:nvSpPr>
        <p:spPr>
          <a:xfrm>
            <a:off x="9287688" y="3268398"/>
            <a:ext cx="777194" cy="761683"/>
          </a:xfrm>
          <a:prstGeom prst="rect">
            <a:avLst/>
          </a:prstGeom>
          <a:ln>
            <a:noFill/>
          </a:ln>
          <a:effectLst>
            <a:outerShdw blurRad="190500" dist="190500" dir="3000000" algn="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228600" h="69850"/>
            <a:bevelB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>
              <a:bevelB w="69850" prst="coolSlant"/>
            </a:sp3d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effectLst>
                  <a:outerShdw sx="1000" sy="1000" algn="ctr" rotWithShape="0">
                    <a:srgbClr val="000000"/>
                  </a:outerShdw>
                </a:effectLst>
                <a:latin typeface="Kalpurush" panose="02000600000000000000" pitchFamily="2" charset="0"/>
                <a:cs typeface="Kalpurush" panose="02000600000000000000" pitchFamily="2" charset="0"/>
              </a:rPr>
              <a:t>গ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3442F3-D558-463B-8506-4A00C2884D20}"/>
              </a:ext>
            </a:extLst>
          </p:cNvPr>
          <p:cNvSpPr/>
          <p:nvPr/>
        </p:nvSpPr>
        <p:spPr>
          <a:xfrm>
            <a:off x="9274891" y="2136920"/>
            <a:ext cx="789991" cy="823754"/>
          </a:xfrm>
          <a:prstGeom prst="rect">
            <a:avLst/>
          </a:prstGeom>
          <a:ln>
            <a:noFill/>
          </a:ln>
          <a:effectLst>
            <a:outerShdw blurRad="190500" dist="190500" dir="3000000" algn="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228600" h="69850"/>
            <a:bevelB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>
              <a:bevelB w="69850" prst="coolSlant"/>
            </a:sp3d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effectLst>
                  <a:outerShdw sx="1000" sy="1000" algn="ctr" rotWithShape="0">
                    <a:srgbClr val="000000"/>
                  </a:outerShdw>
                </a:effectLst>
                <a:latin typeface="Kalpurush" panose="02000600000000000000" pitchFamily="2" charset="0"/>
                <a:cs typeface="Kalpurush" panose="02000600000000000000" pitchFamily="2" charset="0"/>
              </a:rPr>
              <a:t>খ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F2877BD-7657-43E2-9C5C-D5CE0BC0F4A3}"/>
              </a:ext>
            </a:extLst>
          </p:cNvPr>
          <p:cNvGrpSpPr/>
          <p:nvPr/>
        </p:nvGrpSpPr>
        <p:grpSpPr>
          <a:xfrm>
            <a:off x="121274" y="5983940"/>
            <a:ext cx="837979" cy="761226"/>
            <a:chOff x="121274" y="5983940"/>
            <a:chExt cx="837979" cy="761226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49104BF-7A70-41E7-9FE0-7CE550E05945}"/>
                </a:ext>
              </a:extLst>
            </p:cNvPr>
            <p:cNvSpPr/>
            <p:nvPr/>
          </p:nvSpPr>
          <p:spPr>
            <a:xfrm>
              <a:off x="121274" y="5983940"/>
              <a:ext cx="837979" cy="761226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 w="69850">
              <a:solidFill>
                <a:schemeClr val="accent6">
                  <a:lumMod val="7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w="146050" h="1778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3" name="Arrow: Left 2">
              <a:extLst>
                <a:ext uri="{FF2B5EF4-FFF2-40B4-BE49-F238E27FC236}">
                  <a16:creationId xmlns:a16="http://schemas.microsoft.com/office/drawing/2014/main" id="{BB0C014E-73EC-4184-AAC0-B004A1E05FAE}"/>
                </a:ext>
              </a:extLst>
            </p:cNvPr>
            <p:cNvSpPr/>
            <p:nvPr/>
          </p:nvSpPr>
          <p:spPr>
            <a:xfrm>
              <a:off x="239929" y="6205265"/>
              <a:ext cx="510074" cy="397546"/>
            </a:xfrm>
            <a:prstGeom prst="leftArrow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8C5D417-7BFB-4CC5-A0E3-4C0D9E078B17}"/>
              </a:ext>
            </a:extLst>
          </p:cNvPr>
          <p:cNvGrpSpPr/>
          <p:nvPr/>
        </p:nvGrpSpPr>
        <p:grpSpPr>
          <a:xfrm>
            <a:off x="11220304" y="5899984"/>
            <a:ext cx="837979" cy="761226"/>
            <a:chOff x="11220304" y="5899984"/>
            <a:chExt cx="837979" cy="761226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1D21D0C-F83E-49D6-B66A-AEC215618E6F}"/>
                </a:ext>
              </a:extLst>
            </p:cNvPr>
            <p:cNvSpPr/>
            <p:nvPr/>
          </p:nvSpPr>
          <p:spPr>
            <a:xfrm>
              <a:off x="11220304" y="5899984"/>
              <a:ext cx="837979" cy="761226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 w="69850">
              <a:solidFill>
                <a:schemeClr val="accent6">
                  <a:lumMod val="7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w="146050" h="1778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7" name="Arrow: Left 16">
              <a:extLst>
                <a:ext uri="{FF2B5EF4-FFF2-40B4-BE49-F238E27FC236}">
                  <a16:creationId xmlns:a16="http://schemas.microsoft.com/office/drawing/2014/main" id="{684B9C5B-1F76-436F-8D0D-8C336EF79A00}"/>
                </a:ext>
              </a:extLst>
            </p:cNvPr>
            <p:cNvSpPr/>
            <p:nvPr/>
          </p:nvSpPr>
          <p:spPr>
            <a:xfrm rot="10800000">
              <a:off x="11384256" y="6081824"/>
              <a:ext cx="510074" cy="397546"/>
            </a:xfrm>
            <a:prstGeom prst="leftArrow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253B08D-A306-48D2-8EB4-D0C1F0A1DB36}"/>
              </a:ext>
            </a:extLst>
          </p:cNvPr>
          <p:cNvGrpSpPr/>
          <p:nvPr/>
        </p:nvGrpSpPr>
        <p:grpSpPr>
          <a:xfrm>
            <a:off x="177474" y="112834"/>
            <a:ext cx="1145058" cy="991780"/>
            <a:chOff x="177474" y="112834"/>
            <a:chExt cx="1145058" cy="99178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2BEEE20-9C32-448D-A1C4-9880AB46CBF9}"/>
                </a:ext>
              </a:extLst>
            </p:cNvPr>
            <p:cNvSpPr/>
            <p:nvPr/>
          </p:nvSpPr>
          <p:spPr>
            <a:xfrm>
              <a:off x="177474" y="112834"/>
              <a:ext cx="1145058" cy="99178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 w="69850">
              <a:solidFill>
                <a:schemeClr val="accent6">
                  <a:lumMod val="7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w="146050" h="1778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bg1"/>
                </a:solidFill>
              </a:endParaRPr>
            </a:p>
          </p:txBody>
        </p:sp>
        <p:pic>
          <p:nvPicPr>
            <p:cNvPr id="1032" name="Picture 8" descr="House clipart royalty free | Clipart Panda - Free Clipart Images">
              <a:extLst>
                <a:ext uri="{FF2B5EF4-FFF2-40B4-BE49-F238E27FC236}">
                  <a16:creationId xmlns:a16="http://schemas.microsoft.com/office/drawing/2014/main" id="{6FFF1C64-F915-4874-8B2C-EBE74AFDB1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651" y="333307"/>
              <a:ext cx="762457" cy="6388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AutoShape 24" descr="Frame White Blank - Free vector graphic on Pixabay">
            <a:extLst>
              <a:ext uri="{FF2B5EF4-FFF2-40B4-BE49-F238E27FC236}">
                <a16:creationId xmlns:a16="http://schemas.microsoft.com/office/drawing/2014/main" id="{EB36F3F8-560A-4BDD-BFA8-90F4B599D9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AutoShape 26" descr="Glass Picture Frame Vector Clipart image - Free stock photo ...">
            <a:extLst>
              <a:ext uri="{FF2B5EF4-FFF2-40B4-BE49-F238E27FC236}">
                <a16:creationId xmlns:a16="http://schemas.microsoft.com/office/drawing/2014/main" id="{9F354A81-8F96-4CDF-9E31-ED48B1B5CC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Scroll: Horizontal 20">
            <a:extLst>
              <a:ext uri="{FF2B5EF4-FFF2-40B4-BE49-F238E27FC236}">
                <a16:creationId xmlns:a16="http://schemas.microsoft.com/office/drawing/2014/main" id="{8817F955-928E-4FFD-BC8E-5E1F6437F872}"/>
              </a:ext>
            </a:extLst>
          </p:cNvPr>
          <p:cNvSpPr/>
          <p:nvPr/>
        </p:nvSpPr>
        <p:spPr>
          <a:xfrm>
            <a:off x="24588" y="2852260"/>
            <a:ext cx="2432765" cy="1332355"/>
          </a:xfrm>
          <a:prstGeom prst="horizontalScroll">
            <a:avLst/>
          </a:prstGeom>
          <a:solidFill>
            <a:schemeClr val="tx2">
              <a:lumMod val="40000"/>
              <a:lumOff val="60000"/>
            </a:schemeClr>
          </a:solidFill>
          <a:effectLst>
            <a:outerShdw blurRad="50800" dist="38100" dir="2700000" sx="105000" sy="105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               </a:t>
            </a:r>
            <a:r>
              <a:rPr lang="en-US" sz="2400" b="1" dirty="0">
                <a:solidFill>
                  <a:schemeClr val="bg1"/>
                </a:solidFill>
              </a:rPr>
              <a:t>Pronunciation</a:t>
            </a:r>
          </a:p>
        </p:txBody>
      </p:sp>
      <p:pic>
        <p:nvPicPr>
          <p:cNvPr id="22" name="Picture 2" descr="Singing bird mascot image | Free SVG">
            <a:extLst>
              <a:ext uri="{FF2B5EF4-FFF2-40B4-BE49-F238E27FC236}">
                <a16:creationId xmlns:a16="http://schemas.microsoft.com/office/drawing/2014/main" id="{F5B63B1D-4394-4D84-A3A2-F8E376B435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79" r="43348" b="21728"/>
          <a:stretch/>
        </p:blipFill>
        <p:spPr bwMode="auto">
          <a:xfrm>
            <a:off x="413124" y="2043727"/>
            <a:ext cx="1279475" cy="1332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ক">
            <a:hlinkClick r:id="" action="ppaction://media"/>
            <a:extLst>
              <a:ext uri="{FF2B5EF4-FFF2-40B4-BE49-F238E27FC236}">
                <a16:creationId xmlns:a16="http://schemas.microsoft.com/office/drawing/2014/main" id="{41416550-6DB3-4E93-A42A-DD7929843A0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158058" y="707873"/>
            <a:ext cx="3957050" cy="527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330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197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2" name="Picture 28" descr="Daisy decorative frame vector clip art | Free SVG">
            <a:extLst>
              <a:ext uri="{FF2B5EF4-FFF2-40B4-BE49-F238E27FC236}">
                <a16:creationId xmlns:a16="http://schemas.microsoft.com/office/drawing/2014/main" id="{05318AAB-B5A5-48EA-B506-4606F8BD77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9946" y="520962"/>
            <a:ext cx="4513274" cy="5816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D3F695C-B0D4-4090-B332-0AFB06B10233}"/>
              </a:ext>
            </a:extLst>
          </p:cNvPr>
          <p:cNvSpPr/>
          <p:nvPr/>
        </p:nvSpPr>
        <p:spPr>
          <a:xfrm>
            <a:off x="9268616" y="1084248"/>
            <a:ext cx="819742" cy="823754"/>
          </a:xfrm>
          <a:prstGeom prst="rect">
            <a:avLst/>
          </a:prstGeom>
          <a:ln>
            <a:noFill/>
          </a:ln>
          <a:effectLst>
            <a:outerShdw blurRad="190500" dist="190500" dir="3000000" algn="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228600" h="69850"/>
            <a:bevelB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>
              <a:bevelB w="69850" prst="coolSlant"/>
            </a:sp3d>
          </a:bodyPr>
          <a:lstStyle/>
          <a:p>
            <a:pPr algn="ctr"/>
            <a:r>
              <a:rPr lang="bn-IN" sz="4400" b="1" dirty="0">
                <a:solidFill>
                  <a:schemeClr val="bg1"/>
                </a:solidFill>
                <a:effectLst>
                  <a:outerShdw sx="1000" sy="1000" algn="ctr" rotWithShape="0">
                    <a:srgbClr val="000000"/>
                  </a:outerShdw>
                </a:effectLst>
                <a:latin typeface="Kalpurush" panose="02000600000000000000" pitchFamily="2" charset="0"/>
                <a:cs typeface="Kalpurush" panose="02000600000000000000" pitchFamily="2" charset="0"/>
              </a:rPr>
              <a:t>ঙ</a:t>
            </a:r>
            <a:endParaRPr lang="en-US" sz="4400" b="1" dirty="0">
              <a:solidFill>
                <a:schemeClr val="bg1"/>
              </a:solidFill>
              <a:effectLst>
                <a:outerShdw sx="1000" sy="1000" algn="ctr" rotWithShape="0">
                  <a:srgbClr val="000000"/>
                </a:outerShdw>
              </a:effectLst>
              <a:latin typeface="Kalpurush" panose="02000600000000000000" pitchFamily="2" charset="0"/>
              <a:cs typeface="Kalpurush" panose="02000600000000000000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379096-C8B1-407A-8754-FCCFD9EB9844}"/>
              </a:ext>
            </a:extLst>
          </p:cNvPr>
          <p:cNvSpPr/>
          <p:nvPr/>
        </p:nvSpPr>
        <p:spPr>
          <a:xfrm>
            <a:off x="9323961" y="3137595"/>
            <a:ext cx="777194" cy="761683"/>
          </a:xfrm>
          <a:prstGeom prst="rect">
            <a:avLst/>
          </a:prstGeom>
          <a:ln>
            <a:noFill/>
          </a:ln>
          <a:effectLst>
            <a:outerShdw blurRad="190500" dist="190500" dir="3000000" algn="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228600" h="69850"/>
            <a:bevelB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>
              <a:bevelB w="69850" prst="coolSlant"/>
            </a:sp3d>
          </a:bodyPr>
          <a:lstStyle/>
          <a:p>
            <a:pPr algn="ctr"/>
            <a:r>
              <a:rPr lang="bn-IN" sz="4400" b="1" dirty="0">
                <a:solidFill>
                  <a:schemeClr val="bg1"/>
                </a:solidFill>
                <a:effectLst>
                  <a:outerShdw sx="1000" sy="1000" algn="ctr" rotWithShape="0">
                    <a:srgbClr val="000000"/>
                  </a:outerShdw>
                </a:effectLst>
                <a:latin typeface="Kalpurush" panose="02000600000000000000" pitchFamily="2" charset="0"/>
                <a:cs typeface="Kalpurush" panose="02000600000000000000" pitchFamily="2" charset="0"/>
              </a:rPr>
              <a:t>ৎ</a:t>
            </a:r>
            <a:endParaRPr lang="en-US" sz="4400" b="1" dirty="0">
              <a:solidFill>
                <a:schemeClr val="bg1"/>
              </a:solidFill>
              <a:effectLst>
                <a:outerShdw sx="1000" sy="1000" algn="ctr" rotWithShape="0">
                  <a:srgbClr val="000000"/>
                </a:outerShdw>
              </a:effectLst>
              <a:latin typeface="Kalpurush" panose="02000600000000000000" pitchFamily="2" charset="0"/>
              <a:cs typeface="Kalpurush" panose="020006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3442F3-D558-463B-8506-4A00C2884D20}"/>
              </a:ext>
            </a:extLst>
          </p:cNvPr>
          <p:cNvSpPr/>
          <p:nvPr/>
        </p:nvSpPr>
        <p:spPr>
          <a:xfrm>
            <a:off x="9311164" y="2073824"/>
            <a:ext cx="789991" cy="823754"/>
          </a:xfrm>
          <a:prstGeom prst="rect">
            <a:avLst/>
          </a:prstGeom>
          <a:ln>
            <a:noFill/>
          </a:ln>
          <a:effectLst>
            <a:outerShdw blurRad="190500" dist="190500" dir="3000000" algn="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228600" h="69850"/>
            <a:bevelB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>
              <a:bevelB w="69850" prst="coolSlant"/>
            </a:sp3d>
          </a:bodyPr>
          <a:lstStyle/>
          <a:p>
            <a:pPr algn="ctr"/>
            <a:r>
              <a:rPr lang="bn-IN" sz="4400" b="1" dirty="0">
                <a:solidFill>
                  <a:schemeClr val="bg1"/>
                </a:solidFill>
                <a:effectLst>
                  <a:outerShdw sx="1000" sy="1000" algn="ctr" rotWithShape="0">
                    <a:srgbClr val="000000"/>
                  </a:outerShdw>
                </a:effectLst>
                <a:latin typeface="Kalpurush" panose="02000600000000000000" pitchFamily="2" charset="0"/>
                <a:cs typeface="Kalpurush" panose="02000600000000000000" pitchFamily="2" charset="0"/>
              </a:rPr>
              <a:t>ঞ</a:t>
            </a:r>
            <a:endParaRPr lang="en-US" sz="4400" b="1" dirty="0">
              <a:solidFill>
                <a:schemeClr val="bg1"/>
              </a:solidFill>
              <a:effectLst>
                <a:outerShdw sx="1000" sy="1000" algn="ctr" rotWithShape="0">
                  <a:srgbClr val="000000"/>
                </a:outerShdw>
              </a:effectLst>
              <a:latin typeface="Kalpurush" panose="02000600000000000000" pitchFamily="2" charset="0"/>
              <a:cs typeface="Kalpurush" panose="02000600000000000000" pitchFamily="2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F2877BD-7657-43E2-9C5C-D5CE0BC0F4A3}"/>
              </a:ext>
            </a:extLst>
          </p:cNvPr>
          <p:cNvGrpSpPr/>
          <p:nvPr/>
        </p:nvGrpSpPr>
        <p:grpSpPr>
          <a:xfrm>
            <a:off x="121274" y="5983940"/>
            <a:ext cx="837979" cy="761226"/>
            <a:chOff x="121274" y="5983940"/>
            <a:chExt cx="837979" cy="761226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49104BF-7A70-41E7-9FE0-7CE550E05945}"/>
                </a:ext>
              </a:extLst>
            </p:cNvPr>
            <p:cNvSpPr/>
            <p:nvPr/>
          </p:nvSpPr>
          <p:spPr>
            <a:xfrm>
              <a:off x="121274" y="5983940"/>
              <a:ext cx="837979" cy="761226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 w="69850">
              <a:solidFill>
                <a:schemeClr val="accent6">
                  <a:lumMod val="7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w="146050" h="1778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3" name="Arrow: Left 2">
              <a:extLst>
                <a:ext uri="{FF2B5EF4-FFF2-40B4-BE49-F238E27FC236}">
                  <a16:creationId xmlns:a16="http://schemas.microsoft.com/office/drawing/2014/main" id="{BB0C014E-73EC-4184-AAC0-B004A1E05FAE}"/>
                </a:ext>
              </a:extLst>
            </p:cNvPr>
            <p:cNvSpPr/>
            <p:nvPr/>
          </p:nvSpPr>
          <p:spPr>
            <a:xfrm>
              <a:off x="239929" y="6205265"/>
              <a:ext cx="510074" cy="397546"/>
            </a:xfrm>
            <a:prstGeom prst="leftArrow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8C5D417-7BFB-4CC5-A0E3-4C0D9E078B17}"/>
              </a:ext>
            </a:extLst>
          </p:cNvPr>
          <p:cNvGrpSpPr/>
          <p:nvPr/>
        </p:nvGrpSpPr>
        <p:grpSpPr>
          <a:xfrm>
            <a:off x="11220304" y="5899984"/>
            <a:ext cx="837979" cy="761226"/>
            <a:chOff x="11220304" y="5899984"/>
            <a:chExt cx="837979" cy="761226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1D21D0C-F83E-49D6-B66A-AEC215618E6F}"/>
                </a:ext>
              </a:extLst>
            </p:cNvPr>
            <p:cNvSpPr/>
            <p:nvPr/>
          </p:nvSpPr>
          <p:spPr>
            <a:xfrm>
              <a:off x="11220304" y="5899984"/>
              <a:ext cx="837979" cy="761226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 w="69850">
              <a:solidFill>
                <a:schemeClr val="accent6">
                  <a:lumMod val="7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w="146050" h="1778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7" name="Arrow: Left 16">
              <a:extLst>
                <a:ext uri="{FF2B5EF4-FFF2-40B4-BE49-F238E27FC236}">
                  <a16:creationId xmlns:a16="http://schemas.microsoft.com/office/drawing/2014/main" id="{684B9C5B-1F76-436F-8D0D-8C336EF79A00}"/>
                </a:ext>
              </a:extLst>
            </p:cNvPr>
            <p:cNvSpPr/>
            <p:nvPr/>
          </p:nvSpPr>
          <p:spPr>
            <a:xfrm rot="10800000">
              <a:off x="11384256" y="6081824"/>
              <a:ext cx="510074" cy="397546"/>
            </a:xfrm>
            <a:prstGeom prst="leftArrow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253B08D-A306-48D2-8EB4-D0C1F0A1DB36}"/>
              </a:ext>
            </a:extLst>
          </p:cNvPr>
          <p:cNvGrpSpPr/>
          <p:nvPr/>
        </p:nvGrpSpPr>
        <p:grpSpPr>
          <a:xfrm>
            <a:off x="177474" y="112834"/>
            <a:ext cx="1145058" cy="991780"/>
            <a:chOff x="177474" y="112834"/>
            <a:chExt cx="1145058" cy="99178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2BEEE20-9C32-448D-A1C4-9880AB46CBF9}"/>
                </a:ext>
              </a:extLst>
            </p:cNvPr>
            <p:cNvSpPr/>
            <p:nvPr/>
          </p:nvSpPr>
          <p:spPr>
            <a:xfrm>
              <a:off x="177474" y="112834"/>
              <a:ext cx="1145058" cy="99178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 w="69850">
              <a:solidFill>
                <a:schemeClr val="accent6">
                  <a:lumMod val="7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w="146050" h="1778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bg1"/>
                </a:solidFill>
              </a:endParaRPr>
            </a:p>
          </p:txBody>
        </p:sp>
        <p:pic>
          <p:nvPicPr>
            <p:cNvPr id="1032" name="Picture 8" descr="House clipart royalty free | Clipart Panda - Free Clipart Images">
              <a:extLst>
                <a:ext uri="{FF2B5EF4-FFF2-40B4-BE49-F238E27FC236}">
                  <a16:creationId xmlns:a16="http://schemas.microsoft.com/office/drawing/2014/main" id="{6FFF1C64-F915-4874-8B2C-EBE74AFDB1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651" y="333307"/>
              <a:ext cx="762457" cy="6388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AutoShape 24" descr="Frame White Blank - Free vector graphic on Pixabay">
            <a:extLst>
              <a:ext uri="{FF2B5EF4-FFF2-40B4-BE49-F238E27FC236}">
                <a16:creationId xmlns:a16="http://schemas.microsoft.com/office/drawing/2014/main" id="{EB36F3F8-560A-4BDD-BFA8-90F4B599D9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AutoShape 26" descr="Glass Picture Frame Vector Clipart image - Free stock photo ...">
            <a:extLst>
              <a:ext uri="{FF2B5EF4-FFF2-40B4-BE49-F238E27FC236}">
                <a16:creationId xmlns:a16="http://schemas.microsoft.com/office/drawing/2014/main" id="{9F354A81-8F96-4CDF-9E31-ED48B1B5CC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Scroll: Horizontal 20">
            <a:extLst>
              <a:ext uri="{FF2B5EF4-FFF2-40B4-BE49-F238E27FC236}">
                <a16:creationId xmlns:a16="http://schemas.microsoft.com/office/drawing/2014/main" id="{8817F955-928E-4FFD-BC8E-5E1F6437F872}"/>
              </a:ext>
            </a:extLst>
          </p:cNvPr>
          <p:cNvSpPr/>
          <p:nvPr/>
        </p:nvSpPr>
        <p:spPr>
          <a:xfrm>
            <a:off x="24588" y="2852260"/>
            <a:ext cx="2432765" cy="1332355"/>
          </a:xfrm>
          <a:prstGeom prst="horizontalScroll">
            <a:avLst/>
          </a:prstGeom>
          <a:solidFill>
            <a:schemeClr val="tx2">
              <a:lumMod val="40000"/>
              <a:lumOff val="60000"/>
            </a:schemeClr>
          </a:solidFill>
          <a:effectLst>
            <a:outerShdw blurRad="50800" dist="38100" dir="2700000" sx="105000" sy="105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               </a:t>
            </a:r>
            <a:r>
              <a:rPr lang="en-US" sz="2400" b="1" dirty="0">
                <a:solidFill>
                  <a:schemeClr val="bg1"/>
                </a:solidFill>
              </a:rPr>
              <a:t>Pronunciation</a:t>
            </a:r>
          </a:p>
        </p:txBody>
      </p:sp>
      <p:pic>
        <p:nvPicPr>
          <p:cNvPr id="22" name="Picture 2" descr="Singing bird mascot image | Free SVG">
            <a:extLst>
              <a:ext uri="{FF2B5EF4-FFF2-40B4-BE49-F238E27FC236}">
                <a16:creationId xmlns:a16="http://schemas.microsoft.com/office/drawing/2014/main" id="{F5B63B1D-4394-4D84-A3A2-F8E376B435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79" r="43348" b="21728"/>
          <a:stretch/>
        </p:blipFill>
        <p:spPr bwMode="auto">
          <a:xfrm>
            <a:off x="413124" y="2043727"/>
            <a:ext cx="1279475" cy="1332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2CF49105-3BBF-4077-9761-0F8F52C7228E}"/>
              </a:ext>
            </a:extLst>
          </p:cNvPr>
          <p:cNvSpPr/>
          <p:nvPr/>
        </p:nvSpPr>
        <p:spPr>
          <a:xfrm>
            <a:off x="1692599" y="4545644"/>
            <a:ext cx="1764667" cy="895007"/>
          </a:xfrm>
          <a:prstGeom prst="rect">
            <a:avLst/>
          </a:prstGeom>
          <a:ln>
            <a:noFill/>
          </a:ln>
          <a:effectLst>
            <a:outerShdw blurRad="190500" dist="190500" dir="3000000" algn="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228600" h="69850"/>
            <a:bevelB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>
              <a:bevelB w="69850" prst="coolSlant"/>
            </a:sp3d>
          </a:bodyPr>
          <a:lstStyle/>
          <a:p>
            <a:pPr algn="ctr"/>
            <a:endParaRPr lang="en-US" sz="4400" b="1" dirty="0">
              <a:solidFill>
                <a:schemeClr val="bg1"/>
              </a:solidFill>
              <a:effectLst>
                <a:outerShdw sx="1000" sy="1000" algn="ctr" rotWithShape="0">
                  <a:srgbClr val="000000"/>
                </a:outerShdw>
              </a:effectLst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745DF22-333C-4FEC-9216-D569901232B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8024" t="7478" r="41198" b="72755"/>
          <a:stretch/>
        </p:blipFill>
        <p:spPr>
          <a:xfrm>
            <a:off x="2776056" y="4799094"/>
            <a:ext cx="482136" cy="38810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AA89F1D-2742-40FD-B586-044398EFADF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0980" t="23116" r="25602" b="30108"/>
          <a:stretch/>
        </p:blipFill>
        <p:spPr>
          <a:xfrm>
            <a:off x="1912457" y="4727927"/>
            <a:ext cx="348090" cy="64621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C461398-D81D-4E2D-8E07-74B570FDF10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1930" t="26593" r="27544" b="36787"/>
          <a:stretch/>
        </p:blipFill>
        <p:spPr>
          <a:xfrm>
            <a:off x="2422990" y="4799094"/>
            <a:ext cx="303886" cy="50388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73E5A39-4816-7031-F93A-72CE465A86C0}"/>
              </a:ext>
            </a:extLst>
          </p:cNvPr>
          <p:cNvSpPr/>
          <p:nvPr/>
        </p:nvSpPr>
        <p:spPr>
          <a:xfrm>
            <a:off x="8490200" y="4164801"/>
            <a:ext cx="777194" cy="761683"/>
          </a:xfrm>
          <a:prstGeom prst="rect">
            <a:avLst/>
          </a:prstGeom>
          <a:ln>
            <a:noFill/>
          </a:ln>
          <a:effectLst>
            <a:outerShdw blurRad="190500" dist="190500" dir="3000000" algn="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228600" h="69850"/>
            <a:bevelB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>
              <a:bevelB w="69850" prst="coolSlant"/>
            </a:sp3d>
          </a:bodyPr>
          <a:lstStyle/>
          <a:p>
            <a:pPr algn="ctr"/>
            <a:r>
              <a:rPr lang="bn-IN" sz="4400" b="1" dirty="0">
                <a:solidFill>
                  <a:schemeClr val="bg1"/>
                </a:solidFill>
                <a:effectLst>
                  <a:outerShdw sx="1000" sy="1000" algn="ctr" rotWithShape="0">
                    <a:srgbClr val="000000"/>
                  </a:outerShdw>
                </a:effectLst>
                <a:latin typeface="Kalpurush" panose="02000600000000000000" pitchFamily="2" charset="0"/>
                <a:cs typeface="Kalpurush" panose="02000600000000000000" pitchFamily="2" charset="0"/>
              </a:rPr>
              <a:t>ৎ</a:t>
            </a:r>
            <a:endParaRPr lang="en-US" sz="4400" b="1" dirty="0">
              <a:solidFill>
                <a:schemeClr val="bg1"/>
              </a:solidFill>
              <a:effectLst>
                <a:outerShdw sx="1000" sy="1000" algn="ctr" rotWithShape="0">
                  <a:srgbClr val="000000"/>
                </a:outerShdw>
              </a:effectLst>
              <a:latin typeface="Kalpurush" panose="02000600000000000000" pitchFamily="2" charset="0"/>
              <a:cs typeface="Kalpurush" panose="020006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8AF574-0702-153C-8AE3-1AEC6717BA81}"/>
              </a:ext>
            </a:extLst>
          </p:cNvPr>
          <p:cNvSpPr/>
          <p:nvPr/>
        </p:nvSpPr>
        <p:spPr>
          <a:xfrm>
            <a:off x="10547338" y="4164800"/>
            <a:ext cx="777194" cy="761683"/>
          </a:xfrm>
          <a:prstGeom prst="rect">
            <a:avLst/>
          </a:prstGeom>
          <a:ln>
            <a:noFill/>
          </a:ln>
          <a:effectLst>
            <a:outerShdw blurRad="190500" dist="190500" dir="3000000" algn="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228600" h="69850"/>
            <a:bevelB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>
              <a:bevelB w="69850" prst="coolSlant"/>
            </a:sp3d>
          </a:bodyPr>
          <a:lstStyle/>
          <a:p>
            <a:pPr algn="ctr"/>
            <a:r>
              <a:rPr lang="bn-IN" sz="4400" b="1" dirty="0">
                <a:solidFill>
                  <a:schemeClr val="bg1"/>
                </a:solidFill>
                <a:effectLst>
                  <a:outerShdw sx="1000" sy="1000" algn="ctr" rotWithShape="0">
                    <a:srgbClr val="000000"/>
                  </a:outerShdw>
                </a:effectLst>
                <a:latin typeface="Kalpurush" panose="02000600000000000000" pitchFamily="2" charset="0"/>
                <a:cs typeface="Kalpurush" panose="02000600000000000000" pitchFamily="2" charset="0"/>
              </a:rPr>
              <a:t>ৎ</a:t>
            </a:r>
            <a:endParaRPr lang="en-US" sz="4400" b="1" dirty="0">
              <a:solidFill>
                <a:schemeClr val="bg1"/>
              </a:solidFill>
              <a:effectLst>
                <a:outerShdw sx="1000" sy="1000" algn="ctr" rotWithShape="0">
                  <a:srgbClr val="000000"/>
                </a:outerShdw>
              </a:effectLst>
              <a:latin typeface="Kalpurush" panose="02000600000000000000" pitchFamily="2" charset="0"/>
              <a:cs typeface="Kalpurush" panose="020006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65DA87-16B7-D840-ED33-DF1570063551}"/>
              </a:ext>
            </a:extLst>
          </p:cNvPr>
          <p:cNvSpPr/>
          <p:nvPr/>
        </p:nvSpPr>
        <p:spPr>
          <a:xfrm>
            <a:off x="9345264" y="5181397"/>
            <a:ext cx="777194" cy="761683"/>
          </a:xfrm>
          <a:prstGeom prst="rect">
            <a:avLst/>
          </a:prstGeom>
          <a:ln>
            <a:noFill/>
          </a:ln>
          <a:effectLst>
            <a:outerShdw blurRad="190500" dist="190500" dir="3000000" algn="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228600" h="69850"/>
            <a:bevelB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>
              <a:bevelB w="69850" prst="coolSlant"/>
            </a:sp3d>
          </a:bodyPr>
          <a:lstStyle/>
          <a:p>
            <a:pPr algn="ctr"/>
            <a:r>
              <a:rPr lang="bn-IN" sz="4400" b="1" dirty="0">
                <a:solidFill>
                  <a:schemeClr val="bg1"/>
                </a:solidFill>
                <a:effectLst>
                  <a:outerShdw sx="1000" sy="1000" algn="ctr" rotWithShape="0">
                    <a:srgbClr val="000000"/>
                  </a:outerShdw>
                </a:effectLst>
                <a:latin typeface="Kalpurush" panose="02000600000000000000" pitchFamily="2" charset="0"/>
                <a:cs typeface="Kalpurush" panose="02000600000000000000" pitchFamily="2" charset="0"/>
              </a:rPr>
              <a:t>ৎ</a:t>
            </a:r>
            <a:endParaRPr lang="en-US" sz="4400" b="1" dirty="0">
              <a:solidFill>
                <a:schemeClr val="bg1"/>
              </a:solidFill>
              <a:effectLst>
                <a:outerShdw sx="1000" sy="1000" algn="ctr" rotWithShape="0">
                  <a:srgbClr val="000000"/>
                </a:outerShdw>
              </a:effectLst>
              <a:latin typeface="Kalpurush" panose="02000600000000000000" pitchFamily="2" charset="0"/>
              <a:cs typeface="Kalpurush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3467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7319</TotalTime>
  <Words>181</Words>
  <Application>Microsoft Office PowerPoint</Application>
  <PresentationFormat>Widescreen</PresentationFormat>
  <Paragraphs>162</Paragraphs>
  <Slides>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Ekushey Durga</vt:lpstr>
      <vt:lpstr>Ekushey Godhuli</vt:lpstr>
      <vt:lpstr>Kalpurush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Kaushik Roy Choudhury</dc:creator>
  <cp:lastModifiedBy>Aabir Datta</cp:lastModifiedBy>
  <cp:revision>268</cp:revision>
  <dcterms:created xsi:type="dcterms:W3CDTF">2020-07-21T12:20:19Z</dcterms:created>
  <dcterms:modified xsi:type="dcterms:W3CDTF">2024-11-07T04:43:14Z</dcterms:modified>
</cp:coreProperties>
</file>