
<file path=[Content_Types].xml><?xml version="1.0" encoding="utf-8"?>
<Types xmlns="http://schemas.openxmlformats.org/package/2006/content-types">
  <Default Extension="jpeg" ContentType="image/jpeg"/>
  <Default Extension="m4a" ContentType="audi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6" r:id="rId2"/>
    <p:sldId id="268" r:id="rId3"/>
    <p:sldId id="272" r:id="rId4"/>
    <p:sldId id="269" r:id="rId5"/>
    <p:sldId id="274" r:id="rId6"/>
    <p:sldId id="271" r:id="rId7"/>
    <p:sldId id="273" r:id="rId8"/>
  </p:sldIdLst>
  <p:sldSz cx="6858000" cy="914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6E1337C-2868-4F99-B32E-A16F217013FA}" v="129" dt="2024-11-02T13:14:05.60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4" autoAdjust="0"/>
    <p:restoredTop sz="94660"/>
  </p:normalViewPr>
  <p:slideViewPr>
    <p:cSldViewPr snapToGrid="0" showGuides="1">
      <p:cViewPr varScale="1">
        <p:scale>
          <a:sx n="84" d="100"/>
          <a:sy n="84" d="100"/>
        </p:scale>
        <p:origin x="2892" y="84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ushik Roy Choudhury" userId="41b12997c1b278a7" providerId="LiveId" clId="{B6E1337C-2868-4F99-B32E-A16F217013FA}"/>
    <pc:docChg chg="undo redo custSel addSld delSld modSld sldOrd">
      <pc:chgData name="Kaushik Roy Choudhury" userId="41b12997c1b278a7" providerId="LiveId" clId="{B6E1337C-2868-4F99-B32E-A16F217013FA}" dt="2024-11-02T13:14:36.162" v="549" actId="1076"/>
      <pc:docMkLst>
        <pc:docMk/>
      </pc:docMkLst>
      <pc:sldChg chg="addSp modSp mod modAnim">
        <pc:chgData name="Kaushik Roy Choudhury" userId="41b12997c1b278a7" providerId="LiveId" clId="{B6E1337C-2868-4F99-B32E-A16F217013FA}" dt="2024-11-02T13:10:08.701" v="502" actId="20577"/>
        <pc:sldMkLst>
          <pc:docMk/>
          <pc:sldMk cId="1558273353" sldId="266"/>
        </pc:sldMkLst>
        <pc:spChg chg="add mod">
          <ac:chgData name="Kaushik Roy Choudhury" userId="41b12997c1b278a7" providerId="LiveId" clId="{B6E1337C-2868-4F99-B32E-A16F217013FA}" dt="2024-11-02T02:42:12.517" v="240" actId="1076"/>
          <ac:spMkLst>
            <pc:docMk/>
            <pc:sldMk cId="1558273353" sldId="266"/>
            <ac:spMk id="2" creationId="{DB758582-E948-4A01-938B-3699636FE282}"/>
          </ac:spMkLst>
        </pc:spChg>
        <pc:spChg chg="mod">
          <ac:chgData name="Kaushik Roy Choudhury" userId="41b12997c1b278a7" providerId="LiveId" clId="{B6E1337C-2868-4F99-B32E-A16F217013FA}" dt="2024-11-02T02:42:53.892" v="254" actId="1076"/>
          <ac:spMkLst>
            <pc:docMk/>
            <pc:sldMk cId="1558273353" sldId="266"/>
            <ac:spMk id="3" creationId="{731EFD6F-414B-524D-B42E-4ABC7CD34062}"/>
          </ac:spMkLst>
        </pc:spChg>
        <pc:spChg chg="mod">
          <ac:chgData name="Kaushik Roy Choudhury" userId="41b12997c1b278a7" providerId="LiveId" clId="{B6E1337C-2868-4F99-B32E-A16F217013FA}" dt="2024-11-02T02:43:14.111" v="260" actId="1076"/>
          <ac:spMkLst>
            <pc:docMk/>
            <pc:sldMk cId="1558273353" sldId="266"/>
            <ac:spMk id="4" creationId="{DB758582-E948-4A01-938B-3699636FE282}"/>
          </ac:spMkLst>
        </pc:spChg>
        <pc:spChg chg="mod">
          <ac:chgData name="Kaushik Roy Choudhury" userId="41b12997c1b278a7" providerId="LiveId" clId="{B6E1337C-2868-4F99-B32E-A16F217013FA}" dt="2024-11-02T02:42:59.536" v="256" actId="1076"/>
          <ac:spMkLst>
            <pc:docMk/>
            <pc:sldMk cId="1558273353" sldId="266"/>
            <ac:spMk id="5" creationId="{193824AB-9EAF-A1C8-DBC9-E0D9674B3F52}"/>
          </ac:spMkLst>
        </pc:spChg>
        <pc:spChg chg="mod">
          <ac:chgData name="Kaushik Roy Choudhury" userId="41b12997c1b278a7" providerId="LiveId" clId="{B6E1337C-2868-4F99-B32E-A16F217013FA}" dt="2024-11-02T02:42:46.459" v="252" actId="1076"/>
          <ac:spMkLst>
            <pc:docMk/>
            <pc:sldMk cId="1558273353" sldId="266"/>
            <ac:spMk id="6" creationId="{B81A10C1-3B58-3AA3-FB7F-22B2862E5BDD}"/>
          </ac:spMkLst>
        </pc:spChg>
        <pc:spChg chg="mod">
          <ac:chgData name="Kaushik Roy Choudhury" userId="41b12997c1b278a7" providerId="LiveId" clId="{B6E1337C-2868-4F99-B32E-A16F217013FA}" dt="2024-11-02T02:43:06.023" v="258" actId="1076"/>
          <ac:spMkLst>
            <pc:docMk/>
            <pc:sldMk cId="1558273353" sldId="266"/>
            <ac:spMk id="7" creationId="{2C8D50C6-9567-1FD3-76C6-E73B35B6CE5B}"/>
          </ac:spMkLst>
        </pc:spChg>
        <pc:spChg chg="mod">
          <ac:chgData name="Kaushik Roy Choudhury" userId="41b12997c1b278a7" providerId="LiveId" clId="{B6E1337C-2868-4F99-B32E-A16F217013FA}" dt="2024-11-02T02:42:40.004" v="250" actId="1076"/>
          <ac:spMkLst>
            <pc:docMk/>
            <pc:sldMk cId="1558273353" sldId="266"/>
            <ac:spMk id="8" creationId="{CBD61E55-8D40-4AFE-A0E8-26561B5E23C2}"/>
          </ac:spMkLst>
        </pc:spChg>
        <pc:spChg chg="add mod">
          <ac:chgData name="Kaushik Roy Choudhury" userId="41b12997c1b278a7" providerId="LiveId" clId="{B6E1337C-2868-4F99-B32E-A16F217013FA}" dt="2024-11-02T02:42:35.067" v="248" actId="1076"/>
          <ac:spMkLst>
            <pc:docMk/>
            <pc:sldMk cId="1558273353" sldId="266"/>
            <ac:spMk id="9" creationId="{774B6B09-862F-2406-B5CF-512EB73B9286}"/>
          </ac:spMkLst>
        </pc:spChg>
        <pc:spChg chg="add mod">
          <ac:chgData name="Kaushik Roy Choudhury" userId="41b12997c1b278a7" providerId="LiveId" clId="{B6E1337C-2868-4F99-B32E-A16F217013FA}" dt="2024-11-02T02:42:30.162" v="246" actId="1076"/>
          <ac:spMkLst>
            <pc:docMk/>
            <pc:sldMk cId="1558273353" sldId="266"/>
            <ac:spMk id="10" creationId="{193824AB-9EAF-A1C8-DBC9-E0D9674B3F52}"/>
          </ac:spMkLst>
        </pc:spChg>
        <pc:spChg chg="add mod">
          <ac:chgData name="Kaushik Roy Choudhury" userId="41b12997c1b278a7" providerId="LiveId" clId="{B6E1337C-2868-4F99-B32E-A16F217013FA}" dt="2024-11-02T02:42:03.928" v="238" actId="1076"/>
          <ac:spMkLst>
            <pc:docMk/>
            <pc:sldMk cId="1558273353" sldId="266"/>
            <ac:spMk id="11" creationId="{2C8D50C6-9567-1FD3-76C6-E73B35B6CE5B}"/>
          </ac:spMkLst>
        </pc:spChg>
        <pc:spChg chg="add mod">
          <ac:chgData name="Kaushik Roy Choudhury" userId="41b12997c1b278a7" providerId="LiveId" clId="{B6E1337C-2868-4F99-B32E-A16F217013FA}" dt="2024-11-02T02:42:19.402" v="242" actId="1076"/>
          <ac:spMkLst>
            <pc:docMk/>
            <pc:sldMk cId="1558273353" sldId="266"/>
            <ac:spMk id="12" creationId="{B81A10C1-3B58-3AA3-FB7F-22B2862E5BDD}"/>
          </ac:spMkLst>
        </pc:spChg>
        <pc:spChg chg="add mod">
          <ac:chgData name="Kaushik Roy Choudhury" userId="41b12997c1b278a7" providerId="LiveId" clId="{B6E1337C-2868-4F99-B32E-A16F217013FA}" dt="2024-11-02T02:42:24.986" v="244" actId="1076"/>
          <ac:spMkLst>
            <pc:docMk/>
            <pc:sldMk cId="1558273353" sldId="266"/>
            <ac:spMk id="16" creationId="{CBD61E55-8D40-4AFE-A0E8-26561B5E23C2}"/>
          </ac:spMkLst>
        </pc:spChg>
        <pc:spChg chg="add mod">
          <ac:chgData name="Kaushik Roy Choudhury" userId="41b12997c1b278a7" providerId="LiveId" clId="{B6E1337C-2868-4F99-B32E-A16F217013FA}" dt="2024-11-02T13:10:08.701" v="502" actId="20577"/>
          <ac:spMkLst>
            <pc:docMk/>
            <pc:sldMk cId="1558273353" sldId="266"/>
            <ac:spMk id="26" creationId="{9E2CB163-340C-B40A-A211-1E1E7E0394B1}"/>
          </ac:spMkLst>
        </pc:spChg>
        <pc:picChg chg="mod">
          <ac:chgData name="Kaushik Roy Choudhury" userId="41b12997c1b278a7" providerId="LiveId" clId="{B6E1337C-2868-4F99-B32E-A16F217013FA}" dt="2024-11-02T02:43:10.348" v="259" actId="1076"/>
          <ac:picMkLst>
            <pc:docMk/>
            <pc:sldMk cId="1558273353" sldId="266"/>
            <ac:picMk id="13" creationId="{9B4420FE-BF72-0772-245D-57F6E4576832}"/>
          </ac:picMkLst>
        </pc:picChg>
        <pc:picChg chg="mod">
          <ac:chgData name="Kaushik Roy Choudhury" userId="41b12997c1b278a7" providerId="LiveId" clId="{B6E1337C-2868-4F99-B32E-A16F217013FA}" dt="2024-11-02T02:42:50.210" v="253" actId="1076"/>
          <ac:picMkLst>
            <pc:docMk/>
            <pc:sldMk cId="1558273353" sldId="266"/>
            <ac:picMk id="14" creationId="{AA2159C9-4B09-AA4F-BC83-9E7CE070ADC6}"/>
          </ac:picMkLst>
        </pc:picChg>
        <pc:picChg chg="mod">
          <ac:chgData name="Kaushik Roy Choudhury" userId="41b12997c1b278a7" providerId="LiveId" clId="{B6E1337C-2868-4F99-B32E-A16F217013FA}" dt="2024-11-02T02:42:56.675" v="255" actId="1076"/>
          <ac:picMkLst>
            <pc:docMk/>
            <pc:sldMk cId="1558273353" sldId="266"/>
            <ac:picMk id="15" creationId="{A1C25271-2B09-E398-AE0E-57649AF8C74E}"/>
          </ac:picMkLst>
        </pc:picChg>
        <pc:picChg chg="mod">
          <ac:chgData name="Kaushik Roy Choudhury" userId="41b12997c1b278a7" providerId="LiveId" clId="{B6E1337C-2868-4F99-B32E-A16F217013FA}" dt="2024-11-02T02:42:42.962" v="251" actId="1076"/>
          <ac:picMkLst>
            <pc:docMk/>
            <pc:sldMk cId="1558273353" sldId="266"/>
            <ac:picMk id="17" creationId="{F6EBD1E9-7802-8821-D5D6-AE03C3501863}"/>
          </ac:picMkLst>
        </pc:picChg>
        <pc:picChg chg="mod">
          <ac:chgData name="Kaushik Roy Choudhury" userId="41b12997c1b278a7" providerId="LiveId" clId="{B6E1337C-2868-4F99-B32E-A16F217013FA}" dt="2024-11-02T02:43:02.793" v="257" actId="1076"/>
          <ac:picMkLst>
            <pc:docMk/>
            <pc:sldMk cId="1558273353" sldId="266"/>
            <ac:picMk id="18" creationId="{6C3D378B-CC65-9682-DA3B-4E26CDE9020E}"/>
          </ac:picMkLst>
        </pc:picChg>
        <pc:picChg chg="mod">
          <ac:chgData name="Kaushik Roy Choudhury" userId="41b12997c1b278a7" providerId="LiveId" clId="{B6E1337C-2868-4F99-B32E-A16F217013FA}" dt="2024-11-02T02:42:36.953" v="249" actId="1076"/>
          <ac:picMkLst>
            <pc:docMk/>
            <pc:sldMk cId="1558273353" sldId="266"/>
            <ac:picMk id="19" creationId="{C4035750-4FE3-8429-81AC-8C9FDF9727F9}"/>
          </ac:picMkLst>
        </pc:picChg>
        <pc:picChg chg="add mod">
          <ac:chgData name="Kaushik Roy Choudhury" userId="41b12997c1b278a7" providerId="LiveId" clId="{B6E1337C-2868-4F99-B32E-A16F217013FA}" dt="2024-11-02T02:42:07.607" v="239" actId="1076"/>
          <ac:picMkLst>
            <pc:docMk/>
            <pc:sldMk cId="1558273353" sldId="266"/>
            <ac:picMk id="20" creationId="{C8792EDD-21C5-7618-42D6-EEBCA0662BC5}"/>
          </ac:picMkLst>
        </pc:picChg>
        <pc:picChg chg="add mod">
          <ac:chgData name="Kaushik Roy Choudhury" userId="41b12997c1b278a7" providerId="LiveId" clId="{B6E1337C-2868-4F99-B32E-A16F217013FA}" dt="2024-11-02T02:42:32.362" v="247" actId="1076"/>
          <ac:picMkLst>
            <pc:docMk/>
            <pc:sldMk cId="1558273353" sldId="266"/>
            <ac:picMk id="21" creationId="{205345AD-6DA8-82B2-42A5-E98F85C31098}"/>
          </ac:picMkLst>
        </pc:picChg>
        <pc:picChg chg="add mod">
          <ac:chgData name="Kaushik Roy Choudhury" userId="41b12997c1b278a7" providerId="LiveId" clId="{B6E1337C-2868-4F99-B32E-A16F217013FA}" dt="2024-11-02T02:42:27.407" v="245" actId="1076"/>
          <ac:picMkLst>
            <pc:docMk/>
            <pc:sldMk cId="1558273353" sldId="266"/>
            <ac:picMk id="22" creationId="{3908D879-5876-738B-FA9F-6317F1C9D06A}"/>
          </ac:picMkLst>
        </pc:picChg>
        <pc:picChg chg="add mod">
          <ac:chgData name="Kaushik Roy Choudhury" userId="41b12997c1b278a7" providerId="LiveId" clId="{B6E1337C-2868-4F99-B32E-A16F217013FA}" dt="2024-11-02T02:42:15.854" v="241" actId="1076"/>
          <ac:picMkLst>
            <pc:docMk/>
            <pc:sldMk cId="1558273353" sldId="266"/>
            <ac:picMk id="23" creationId="{309B625F-65C4-C25C-191E-BFE003C54CEA}"/>
          </ac:picMkLst>
        </pc:picChg>
        <pc:picChg chg="add mod">
          <ac:chgData name="Kaushik Roy Choudhury" userId="41b12997c1b278a7" providerId="LiveId" clId="{B6E1337C-2868-4F99-B32E-A16F217013FA}" dt="2024-11-02T02:42:00.233" v="237" actId="1076"/>
          <ac:picMkLst>
            <pc:docMk/>
            <pc:sldMk cId="1558273353" sldId="266"/>
            <ac:picMk id="24" creationId="{63E56DB8-6D92-5C29-2E4E-9DFF739EBE42}"/>
          </ac:picMkLst>
        </pc:picChg>
        <pc:picChg chg="add mod">
          <ac:chgData name="Kaushik Roy Choudhury" userId="41b12997c1b278a7" providerId="LiveId" clId="{B6E1337C-2868-4F99-B32E-A16F217013FA}" dt="2024-11-02T02:42:22.140" v="243" actId="1076"/>
          <ac:picMkLst>
            <pc:docMk/>
            <pc:sldMk cId="1558273353" sldId="266"/>
            <ac:picMk id="25" creationId="{14792695-0B5F-D1C7-EE16-2753B1725F71}"/>
          </ac:picMkLst>
        </pc:picChg>
      </pc:sldChg>
      <pc:sldChg chg="delSp modSp del mod ord delAnim">
        <pc:chgData name="Kaushik Roy Choudhury" userId="41b12997c1b278a7" providerId="LiveId" clId="{B6E1337C-2868-4F99-B32E-A16F217013FA}" dt="2024-11-02T02:14:46.039" v="116" actId="47"/>
        <pc:sldMkLst>
          <pc:docMk/>
          <pc:sldMk cId="4103799036" sldId="267"/>
        </pc:sldMkLst>
        <pc:spChg chg="del mod">
          <ac:chgData name="Kaushik Roy Choudhury" userId="41b12997c1b278a7" providerId="LiveId" clId="{B6E1337C-2868-4F99-B32E-A16F217013FA}" dt="2024-11-02T02:02:26.680" v="27" actId="21"/>
          <ac:spMkLst>
            <pc:docMk/>
            <pc:sldMk cId="4103799036" sldId="267"/>
            <ac:spMk id="3" creationId="{731EFD6F-414B-524D-B42E-4ABC7CD34062}"/>
          </ac:spMkLst>
        </pc:spChg>
        <pc:spChg chg="del mod">
          <ac:chgData name="Kaushik Roy Choudhury" userId="41b12997c1b278a7" providerId="LiveId" clId="{B6E1337C-2868-4F99-B32E-A16F217013FA}" dt="2024-11-02T02:02:11.412" v="23" actId="21"/>
          <ac:spMkLst>
            <pc:docMk/>
            <pc:sldMk cId="4103799036" sldId="267"/>
            <ac:spMk id="4" creationId="{DB758582-E948-4A01-938B-3699636FE282}"/>
          </ac:spMkLst>
        </pc:spChg>
        <pc:spChg chg="del mod">
          <ac:chgData name="Kaushik Roy Choudhury" userId="41b12997c1b278a7" providerId="LiveId" clId="{B6E1337C-2868-4F99-B32E-A16F217013FA}" dt="2024-11-02T02:02:42.722" v="31" actId="21"/>
          <ac:spMkLst>
            <pc:docMk/>
            <pc:sldMk cId="4103799036" sldId="267"/>
            <ac:spMk id="5" creationId="{193824AB-9EAF-A1C8-DBC9-E0D9674B3F52}"/>
          </ac:spMkLst>
        </pc:spChg>
        <pc:spChg chg="del mod">
          <ac:chgData name="Kaushik Roy Choudhury" userId="41b12997c1b278a7" providerId="LiveId" clId="{B6E1337C-2868-4F99-B32E-A16F217013FA}" dt="2024-11-02T02:03:12.421" v="39" actId="21"/>
          <ac:spMkLst>
            <pc:docMk/>
            <pc:sldMk cId="4103799036" sldId="267"/>
            <ac:spMk id="6" creationId="{B81A10C1-3B58-3AA3-FB7F-22B2862E5BDD}"/>
          </ac:spMkLst>
        </pc:spChg>
        <pc:spChg chg="del mod">
          <ac:chgData name="Kaushik Roy Choudhury" userId="41b12997c1b278a7" providerId="LiveId" clId="{B6E1337C-2868-4F99-B32E-A16F217013FA}" dt="2024-11-02T02:02:57.767" v="35" actId="21"/>
          <ac:spMkLst>
            <pc:docMk/>
            <pc:sldMk cId="4103799036" sldId="267"/>
            <ac:spMk id="7" creationId="{2C8D50C6-9567-1FD3-76C6-E73B35B6CE5B}"/>
          </ac:spMkLst>
        </pc:spChg>
        <pc:spChg chg="del mod">
          <ac:chgData name="Kaushik Roy Choudhury" userId="41b12997c1b278a7" providerId="LiveId" clId="{B6E1337C-2868-4F99-B32E-A16F217013FA}" dt="2024-11-02T02:03:26.285" v="43" actId="21"/>
          <ac:spMkLst>
            <pc:docMk/>
            <pc:sldMk cId="4103799036" sldId="267"/>
            <ac:spMk id="8" creationId="{CBD61E55-8D40-4AFE-A0E8-26561B5E23C2}"/>
          </ac:spMkLst>
        </pc:spChg>
        <pc:picChg chg="del">
          <ac:chgData name="Kaushik Roy Choudhury" userId="41b12997c1b278a7" providerId="LiveId" clId="{B6E1337C-2868-4F99-B32E-A16F217013FA}" dt="2024-11-02T02:06:26.332" v="47" actId="21"/>
          <ac:picMkLst>
            <pc:docMk/>
            <pc:sldMk cId="4103799036" sldId="267"/>
            <ac:picMk id="2" creationId="{3C1B0A6F-7DF7-F601-730E-125698853E4E}"/>
          </ac:picMkLst>
        </pc:picChg>
        <pc:picChg chg="del">
          <ac:chgData name="Kaushik Roy Choudhury" userId="41b12997c1b278a7" providerId="LiveId" clId="{B6E1337C-2868-4F99-B32E-A16F217013FA}" dt="2024-11-02T02:06:42.142" v="51" actId="21"/>
          <ac:picMkLst>
            <pc:docMk/>
            <pc:sldMk cId="4103799036" sldId="267"/>
            <ac:picMk id="9" creationId="{205345AD-6DA8-82B2-42A5-E98F85C31098}"/>
          </ac:picMkLst>
        </pc:picChg>
        <pc:picChg chg="del mod">
          <ac:chgData name="Kaushik Roy Choudhury" userId="41b12997c1b278a7" providerId="LiveId" clId="{B6E1337C-2868-4F99-B32E-A16F217013FA}" dt="2024-11-02T02:07:07.414" v="61" actId="21"/>
          <ac:picMkLst>
            <pc:docMk/>
            <pc:sldMk cId="4103799036" sldId="267"/>
            <ac:picMk id="10" creationId="{3908D879-5876-738B-FA9F-6317F1C9D06A}"/>
          </ac:picMkLst>
        </pc:picChg>
        <pc:picChg chg="del">
          <ac:chgData name="Kaushik Roy Choudhury" userId="41b12997c1b278a7" providerId="LiveId" clId="{B6E1337C-2868-4F99-B32E-A16F217013FA}" dt="2024-11-02T02:07:17.886" v="64" actId="21"/>
          <ac:picMkLst>
            <pc:docMk/>
            <pc:sldMk cId="4103799036" sldId="267"/>
            <ac:picMk id="11" creationId="{309B625F-65C4-C25C-191E-BFE003C54CEA}"/>
          </ac:picMkLst>
        </pc:picChg>
        <pc:picChg chg="del">
          <ac:chgData name="Kaushik Roy Choudhury" userId="41b12997c1b278a7" providerId="LiveId" clId="{B6E1337C-2868-4F99-B32E-A16F217013FA}" dt="2024-11-02T02:07:30.114" v="67" actId="21"/>
          <ac:picMkLst>
            <pc:docMk/>
            <pc:sldMk cId="4103799036" sldId="267"/>
            <ac:picMk id="12" creationId="{62B7DA6A-EECA-F451-B890-7D527F131DE8}"/>
          </ac:picMkLst>
        </pc:picChg>
        <pc:picChg chg="del">
          <ac:chgData name="Kaushik Roy Choudhury" userId="41b12997c1b278a7" providerId="LiveId" clId="{B6E1337C-2868-4F99-B32E-A16F217013FA}" dt="2024-11-02T02:07:41.547" v="70" actId="21"/>
          <ac:picMkLst>
            <pc:docMk/>
            <pc:sldMk cId="4103799036" sldId="267"/>
            <ac:picMk id="13" creationId="{14792695-0B5F-D1C7-EE16-2753B1725F71}"/>
          </ac:picMkLst>
        </pc:picChg>
      </pc:sldChg>
      <pc:sldChg chg="addSp delSp modSp mod delAnim modAnim">
        <pc:chgData name="Kaushik Roy Choudhury" userId="41b12997c1b278a7" providerId="LiveId" clId="{B6E1337C-2868-4F99-B32E-A16F217013FA}" dt="2024-11-02T13:10:39.140" v="524" actId="20577"/>
        <pc:sldMkLst>
          <pc:docMk/>
          <pc:sldMk cId="2826687873" sldId="268"/>
        </pc:sldMkLst>
        <pc:spChg chg="add mod">
          <ac:chgData name="Kaushik Roy Choudhury" userId="41b12997c1b278a7" providerId="LiveId" clId="{B6E1337C-2868-4F99-B32E-A16F217013FA}" dt="2024-11-02T02:18:14.145" v="169" actId="1076"/>
          <ac:spMkLst>
            <pc:docMk/>
            <pc:sldMk cId="2826687873" sldId="268"/>
            <ac:spMk id="2" creationId="{C57147E8-B410-7720-994A-96EBB39515F5}"/>
          </ac:spMkLst>
        </pc:spChg>
        <pc:spChg chg="mod">
          <ac:chgData name="Kaushik Roy Choudhury" userId="41b12997c1b278a7" providerId="LiveId" clId="{B6E1337C-2868-4F99-B32E-A16F217013FA}" dt="2024-11-02T02:43:30.461" v="265" actId="1076"/>
          <ac:spMkLst>
            <pc:docMk/>
            <pc:sldMk cId="2826687873" sldId="268"/>
            <ac:spMk id="3" creationId="{731EFD6F-414B-524D-B42E-4ABC7CD34062}"/>
          </ac:spMkLst>
        </pc:spChg>
        <pc:spChg chg="add mod">
          <ac:chgData name="Kaushik Roy Choudhury" userId="41b12997c1b278a7" providerId="LiveId" clId="{B6E1337C-2868-4F99-B32E-A16F217013FA}" dt="2024-11-02T13:10:18.263" v="504" actId="20577"/>
          <ac:spMkLst>
            <pc:docMk/>
            <pc:sldMk cId="2826687873" sldId="268"/>
            <ac:spMk id="4" creationId="{BBCC3D5D-6F06-4C2B-39A3-E5EA14009EB8}"/>
          </ac:spMkLst>
        </pc:spChg>
        <pc:spChg chg="del">
          <ac:chgData name="Kaushik Roy Choudhury" userId="41b12997c1b278a7" providerId="LiveId" clId="{B6E1337C-2868-4F99-B32E-A16F217013FA}" dt="2024-11-02T02:14:50.895" v="117" actId="478"/>
          <ac:spMkLst>
            <pc:docMk/>
            <pc:sldMk cId="2826687873" sldId="268"/>
            <ac:spMk id="4" creationId="{DB758582-E948-4A01-938B-3699636FE282}"/>
          </ac:spMkLst>
        </pc:spChg>
        <pc:spChg chg="mod">
          <ac:chgData name="Kaushik Roy Choudhury" userId="41b12997c1b278a7" providerId="LiveId" clId="{B6E1337C-2868-4F99-B32E-A16F217013FA}" dt="2024-11-02T02:44:32.725" v="277" actId="1076"/>
          <ac:spMkLst>
            <pc:docMk/>
            <pc:sldMk cId="2826687873" sldId="268"/>
            <ac:spMk id="5" creationId="{193824AB-9EAF-A1C8-DBC9-E0D9674B3F52}"/>
          </ac:spMkLst>
        </pc:spChg>
        <pc:spChg chg="mod">
          <ac:chgData name="Kaushik Roy Choudhury" userId="41b12997c1b278a7" providerId="LiveId" clId="{B6E1337C-2868-4F99-B32E-A16F217013FA}" dt="2024-11-02T02:43:35.886" v="266" actId="1076"/>
          <ac:spMkLst>
            <pc:docMk/>
            <pc:sldMk cId="2826687873" sldId="268"/>
            <ac:spMk id="6" creationId="{B81A10C1-3B58-3AA3-FB7F-22B2862E5BDD}"/>
          </ac:spMkLst>
        </pc:spChg>
        <pc:spChg chg="mod">
          <ac:chgData name="Kaushik Roy Choudhury" userId="41b12997c1b278a7" providerId="LiveId" clId="{B6E1337C-2868-4F99-B32E-A16F217013FA}" dt="2024-11-02T02:15:17.286" v="125" actId="1076"/>
          <ac:spMkLst>
            <pc:docMk/>
            <pc:sldMk cId="2826687873" sldId="268"/>
            <ac:spMk id="7" creationId="{2C8D50C6-9567-1FD3-76C6-E73B35B6CE5B}"/>
          </ac:spMkLst>
        </pc:spChg>
        <pc:spChg chg="mod">
          <ac:chgData name="Kaushik Roy Choudhury" userId="41b12997c1b278a7" providerId="LiveId" clId="{B6E1337C-2868-4F99-B32E-A16F217013FA}" dt="2024-11-02T02:15:22.701" v="127" actId="1076"/>
          <ac:spMkLst>
            <pc:docMk/>
            <pc:sldMk cId="2826687873" sldId="268"/>
            <ac:spMk id="8" creationId="{CBD61E55-8D40-4AFE-A0E8-26561B5E23C2}"/>
          </ac:spMkLst>
        </pc:spChg>
        <pc:spChg chg="add mod">
          <ac:chgData name="Kaushik Roy Choudhury" userId="41b12997c1b278a7" providerId="LiveId" clId="{B6E1337C-2868-4F99-B32E-A16F217013FA}" dt="2024-11-02T02:18:03.217" v="166" actId="1076"/>
          <ac:spMkLst>
            <pc:docMk/>
            <pc:sldMk cId="2826687873" sldId="268"/>
            <ac:spMk id="9" creationId="{731EFD6F-414B-524D-B42E-4ABC7CD34062}"/>
          </ac:spMkLst>
        </pc:spChg>
        <pc:spChg chg="add mod">
          <ac:chgData name="Kaushik Roy Choudhury" userId="41b12997c1b278a7" providerId="LiveId" clId="{B6E1337C-2868-4F99-B32E-A16F217013FA}" dt="2024-11-02T02:18:07.258" v="167" actId="1076"/>
          <ac:spMkLst>
            <pc:docMk/>
            <pc:sldMk cId="2826687873" sldId="268"/>
            <ac:spMk id="10" creationId="{193824AB-9EAF-A1C8-DBC9-E0D9674B3F52}"/>
          </ac:spMkLst>
        </pc:spChg>
        <pc:spChg chg="add mod">
          <ac:chgData name="Kaushik Roy Choudhury" userId="41b12997c1b278a7" providerId="LiveId" clId="{B6E1337C-2868-4F99-B32E-A16F217013FA}" dt="2024-11-02T02:18:27.430" v="174" actId="1076"/>
          <ac:spMkLst>
            <pc:docMk/>
            <pc:sldMk cId="2826687873" sldId="268"/>
            <ac:spMk id="11" creationId="{2C8D50C6-9567-1FD3-76C6-E73B35B6CE5B}"/>
          </ac:spMkLst>
        </pc:spChg>
        <pc:spChg chg="add mod">
          <ac:chgData name="Kaushik Roy Choudhury" userId="41b12997c1b278a7" providerId="LiveId" clId="{B6E1337C-2868-4F99-B32E-A16F217013FA}" dt="2024-11-02T02:18:22.446" v="172" actId="1076"/>
          <ac:spMkLst>
            <pc:docMk/>
            <pc:sldMk cId="2826687873" sldId="268"/>
            <ac:spMk id="12" creationId="{CBD61E55-8D40-4AFE-A0E8-26561B5E23C2}"/>
          </ac:spMkLst>
        </pc:spChg>
        <pc:spChg chg="add mod">
          <ac:chgData name="Kaushik Roy Choudhury" userId="41b12997c1b278a7" providerId="LiveId" clId="{B6E1337C-2868-4F99-B32E-A16F217013FA}" dt="2024-11-02T13:10:39.140" v="524" actId="20577"/>
          <ac:spMkLst>
            <pc:docMk/>
            <pc:sldMk cId="2826687873" sldId="268"/>
            <ac:spMk id="13" creationId="{562F90A7-FFD1-FAB9-38B5-61DF875D4CDD}"/>
          </ac:spMkLst>
        </pc:spChg>
        <pc:spChg chg="add mod">
          <ac:chgData name="Kaushik Roy Choudhury" userId="41b12997c1b278a7" providerId="LiveId" clId="{B6E1337C-2868-4F99-B32E-A16F217013FA}" dt="2024-11-02T02:36:37.410" v="223" actId="20577"/>
          <ac:spMkLst>
            <pc:docMk/>
            <pc:sldMk cId="2826687873" sldId="268"/>
            <ac:spMk id="25" creationId="{EA42494B-498F-9718-E731-5444FA54C2CC}"/>
          </ac:spMkLst>
        </pc:spChg>
        <pc:spChg chg="add mod">
          <ac:chgData name="Kaushik Roy Choudhury" userId="41b12997c1b278a7" providerId="LiveId" clId="{B6E1337C-2868-4F99-B32E-A16F217013FA}" dt="2024-11-02T02:36:50.469" v="231" actId="20577"/>
          <ac:spMkLst>
            <pc:docMk/>
            <pc:sldMk cId="2826687873" sldId="268"/>
            <ac:spMk id="26" creationId="{A02E8454-9AE8-53E1-3335-2E6477DE0F2E}"/>
          </ac:spMkLst>
        </pc:spChg>
        <pc:picChg chg="add del mod">
          <ac:chgData name="Kaushik Roy Choudhury" userId="41b12997c1b278a7" providerId="LiveId" clId="{B6E1337C-2868-4F99-B32E-A16F217013FA}" dt="2024-11-02T02:20:32.851" v="178" actId="478"/>
          <ac:picMkLst>
            <pc:docMk/>
            <pc:sldMk cId="2826687873" sldId="268"/>
            <ac:picMk id="13" creationId="{D9573A04-FD75-B148-52F8-F4A8AA1843CF}"/>
          </ac:picMkLst>
        </pc:picChg>
        <pc:picChg chg="add mod">
          <ac:chgData name="Kaushik Roy Choudhury" userId="41b12997c1b278a7" providerId="LiveId" clId="{B6E1337C-2868-4F99-B32E-A16F217013FA}" dt="2024-11-02T02:43:23.571" v="263" actId="1076"/>
          <ac:picMkLst>
            <pc:docMk/>
            <pc:sldMk cId="2826687873" sldId="268"/>
            <ac:picMk id="14" creationId="{48D705DE-3ECC-8508-7BE0-18572D875FE4}"/>
          </ac:picMkLst>
        </pc:picChg>
        <pc:picChg chg="add mod">
          <ac:chgData name="Kaushik Roy Choudhury" userId="41b12997c1b278a7" providerId="LiveId" clId="{B6E1337C-2868-4F99-B32E-A16F217013FA}" dt="2024-11-02T02:22:22.957" v="185" actId="1076"/>
          <ac:picMkLst>
            <pc:docMk/>
            <pc:sldMk cId="2826687873" sldId="268"/>
            <ac:picMk id="15" creationId="{0FA831CB-C86B-A340-66CA-63EBF1C58F70}"/>
          </ac:picMkLst>
        </pc:picChg>
        <pc:picChg chg="add mod">
          <ac:chgData name="Kaushik Roy Choudhury" userId="41b12997c1b278a7" providerId="LiveId" clId="{B6E1337C-2868-4F99-B32E-A16F217013FA}" dt="2024-11-02T02:22:20.421" v="184" actId="1076"/>
          <ac:picMkLst>
            <pc:docMk/>
            <pc:sldMk cId="2826687873" sldId="268"/>
            <ac:picMk id="16" creationId="{0DAE1DD6-07CA-8EDB-DE2C-AAE187462594}"/>
          </ac:picMkLst>
        </pc:picChg>
        <pc:picChg chg="add mod">
          <ac:chgData name="Kaushik Roy Choudhury" userId="41b12997c1b278a7" providerId="LiveId" clId="{B6E1337C-2868-4F99-B32E-A16F217013FA}" dt="2024-11-02T02:43:21.904" v="262" actId="1076"/>
          <ac:picMkLst>
            <pc:docMk/>
            <pc:sldMk cId="2826687873" sldId="268"/>
            <ac:picMk id="17" creationId="{4D260877-D3A5-C336-DD5B-6E87C363FE33}"/>
          </ac:picMkLst>
        </pc:picChg>
        <pc:picChg chg="add mod">
          <ac:chgData name="Kaushik Roy Choudhury" userId="41b12997c1b278a7" providerId="LiveId" clId="{B6E1337C-2868-4F99-B32E-A16F217013FA}" dt="2024-11-02T02:43:19.797" v="261" actId="1076"/>
          <ac:picMkLst>
            <pc:docMk/>
            <pc:sldMk cId="2826687873" sldId="268"/>
            <ac:picMk id="18" creationId="{BF290526-96A4-5623-923E-9B6F1B8B08CA}"/>
          </ac:picMkLst>
        </pc:picChg>
        <pc:picChg chg="add del mod">
          <ac:chgData name="Kaushik Roy Choudhury" userId="41b12997c1b278a7" providerId="LiveId" clId="{B6E1337C-2868-4F99-B32E-A16F217013FA}" dt="2024-11-02T02:29:14.207" v="211" actId="478"/>
          <ac:picMkLst>
            <pc:docMk/>
            <pc:sldMk cId="2826687873" sldId="268"/>
            <ac:picMk id="19" creationId="{77560B1D-A067-AFB4-1D06-DFAAD49FCE7D}"/>
          </ac:picMkLst>
        </pc:picChg>
        <pc:picChg chg="add mod">
          <ac:chgData name="Kaushik Roy Choudhury" userId="41b12997c1b278a7" providerId="LiveId" clId="{B6E1337C-2868-4F99-B32E-A16F217013FA}" dt="2024-11-02T02:25:35.552" v="198" actId="1076"/>
          <ac:picMkLst>
            <pc:docMk/>
            <pc:sldMk cId="2826687873" sldId="268"/>
            <ac:picMk id="20" creationId="{6A581CBB-6C5D-2C2B-8EC7-B2523E9AA3BC}"/>
          </ac:picMkLst>
        </pc:picChg>
        <pc:picChg chg="add mod">
          <ac:chgData name="Kaushik Roy Choudhury" userId="41b12997c1b278a7" providerId="LiveId" clId="{B6E1337C-2868-4F99-B32E-A16F217013FA}" dt="2024-11-02T02:26:15.906" v="201" actId="1076"/>
          <ac:picMkLst>
            <pc:docMk/>
            <pc:sldMk cId="2826687873" sldId="268"/>
            <ac:picMk id="21" creationId="{7311C4D6-22FE-A508-9EE7-18DBD09506AD}"/>
          </ac:picMkLst>
        </pc:picChg>
        <pc:picChg chg="add mod">
          <ac:chgData name="Kaushik Roy Choudhury" userId="41b12997c1b278a7" providerId="LiveId" clId="{B6E1337C-2868-4F99-B32E-A16F217013FA}" dt="2024-11-02T02:27:31.391" v="204" actId="1076"/>
          <ac:picMkLst>
            <pc:docMk/>
            <pc:sldMk cId="2826687873" sldId="268"/>
            <ac:picMk id="22" creationId="{9D196545-440C-8275-C438-4A7A8899066C}"/>
          </ac:picMkLst>
        </pc:picChg>
        <pc:picChg chg="add mod">
          <ac:chgData name="Kaushik Roy Choudhury" userId="41b12997c1b278a7" providerId="LiveId" clId="{B6E1337C-2868-4F99-B32E-A16F217013FA}" dt="2024-11-02T02:28:26.479" v="207" actId="1076"/>
          <ac:picMkLst>
            <pc:docMk/>
            <pc:sldMk cId="2826687873" sldId="268"/>
            <ac:picMk id="23" creationId="{060F690C-1BD5-15F1-3D9C-9599D3D17D74}"/>
          </ac:picMkLst>
        </pc:picChg>
        <pc:picChg chg="add mod">
          <ac:chgData name="Kaushik Roy Choudhury" userId="41b12997c1b278a7" providerId="LiveId" clId="{B6E1337C-2868-4F99-B32E-A16F217013FA}" dt="2024-11-02T02:28:55.082" v="210" actId="1076"/>
          <ac:picMkLst>
            <pc:docMk/>
            <pc:sldMk cId="2826687873" sldId="268"/>
            <ac:picMk id="24" creationId="{7317708D-5C30-0317-8F12-5000EBC36CD1}"/>
          </ac:picMkLst>
        </pc:picChg>
        <pc:picChg chg="add mod">
          <ac:chgData name="Kaushik Roy Choudhury" userId="41b12997c1b278a7" providerId="LiveId" clId="{B6E1337C-2868-4F99-B32E-A16F217013FA}" dt="2024-11-02T02:38:11.987" v="235" actId="1076"/>
          <ac:picMkLst>
            <pc:docMk/>
            <pc:sldMk cId="2826687873" sldId="268"/>
            <ac:picMk id="27" creationId="{0B9FC060-4ECB-96D2-27F7-07C1B0B2A961}"/>
          </ac:picMkLst>
        </pc:picChg>
        <pc:picChg chg="add mod">
          <ac:chgData name="Kaushik Roy Choudhury" userId="41b12997c1b278a7" providerId="LiveId" clId="{B6E1337C-2868-4F99-B32E-A16F217013FA}" dt="2024-11-02T02:38:14.507" v="236" actId="1076"/>
          <ac:picMkLst>
            <pc:docMk/>
            <pc:sldMk cId="2826687873" sldId="268"/>
            <ac:picMk id="28" creationId="{5D64EAE2-1A89-FDC0-AA2A-210549EB707A}"/>
          </ac:picMkLst>
        </pc:picChg>
      </pc:sldChg>
      <pc:sldChg chg="addSp modSp mod modAnim">
        <pc:chgData name="Kaushik Roy Choudhury" userId="41b12997c1b278a7" providerId="LiveId" clId="{B6E1337C-2868-4F99-B32E-A16F217013FA}" dt="2024-11-02T13:12:37.544" v="536" actId="20577"/>
        <pc:sldMkLst>
          <pc:docMk/>
          <pc:sldMk cId="354166261" sldId="269"/>
        </pc:sldMkLst>
        <pc:spChg chg="mod">
          <ac:chgData name="Kaushik Roy Choudhury" userId="41b12997c1b278a7" providerId="LiveId" clId="{B6E1337C-2868-4F99-B32E-A16F217013FA}" dt="2024-11-02T02:48:09.561" v="290" actId="1076"/>
          <ac:spMkLst>
            <pc:docMk/>
            <pc:sldMk cId="354166261" sldId="269"/>
            <ac:spMk id="3" creationId="{731EFD6F-414B-524D-B42E-4ABC7CD34062}"/>
          </ac:spMkLst>
        </pc:spChg>
        <pc:spChg chg="mod">
          <ac:chgData name="Kaushik Roy Choudhury" userId="41b12997c1b278a7" providerId="LiveId" clId="{B6E1337C-2868-4F99-B32E-A16F217013FA}" dt="2024-11-02T02:47:59.466" v="288" actId="1076"/>
          <ac:spMkLst>
            <pc:docMk/>
            <pc:sldMk cId="354166261" sldId="269"/>
            <ac:spMk id="4" creationId="{DB758582-E948-4A01-938B-3699636FE282}"/>
          </ac:spMkLst>
        </pc:spChg>
        <pc:spChg chg="mod">
          <ac:chgData name="Kaushik Roy Choudhury" userId="41b12997c1b278a7" providerId="LiveId" clId="{B6E1337C-2868-4F99-B32E-A16F217013FA}" dt="2024-11-02T02:48:22.153" v="293" actId="1076"/>
          <ac:spMkLst>
            <pc:docMk/>
            <pc:sldMk cId="354166261" sldId="269"/>
            <ac:spMk id="6" creationId="{B81A10C1-3B58-3AA3-FB7F-22B2862E5BDD}"/>
          </ac:spMkLst>
        </pc:spChg>
        <pc:spChg chg="mod">
          <ac:chgData name="Kaushik Roy Choudhury" userId="41b12997c1b278a7" providerId="LiveId" clId="{B6E1337C-2868-4F99-B32E-A16F217013FA}" dt="2024-11-02T02:48:35.108" v="297" actId="1076"/>
          <ac:spMkLst>
            <pc:docMk/>
            <pc:sldMk cId="354166261" sldId="269"/>
            <ac:spMk id="7" creationId="{2C8D50C6-9567-1FD3-76C6-E73B35B6CE5B}"/>
          </ac:spMkLst>
        </pc:spChg>
        <pc:spChg chg="mod">
          <ac:chgData name="Kaushik Roy Choudhury" userId="41b12997c1b278a7" providerId="LiveId" clId="{B6E1337C-2868-4F99-B32E-A16F217013FA}" dt="2024-11-02T02:48:47.439" v="300" actId="1076"/>
          <ac:spMkLst>
            <pc:docMk/>
            <pc:sldMk cId="354166261" sldId="269"/>
            <ac:spMk id="8" creationId="{CBD61E55-8D40-4AFE-A0E8-26561B5E23C2}"/>
          </ac:spMkLst>
        </pc:spChg>
        <pc:spChg chg="add mod">
          <ac:chgData name="Kaushik Roy Choudhury" userId="41b12997c1b278a7" providerId="LiveId" clId="{B6E1337C-2868-4F99-B32E-A16F217013FA}" dt="2024-11-02T13:12:12.998" v="527" actId="20577"/>
          <ac:spMkLst>
            <pc:docMk/>
            <pc:sldMk cId="354166261" sldId="269"/>
            <ac:spMk id="10" creationId="{FE9036CB-8C05-CECD-DD03-6D56482F037F}"/>
          </ac:spMkLst>
        </pc:spChg>
        <pc:spChg chg="add mod">
          <ac:chgData name="Kaushik Roy Choudhury" userId="41b12997c1b278a7" providerId="LiveId" clId="{B6E1337C-2868-4F99-B32E-A16F217013FA}" dt="2024-11-02T02:50:02.734" v="305" actId="1076"/>
          <ac:spMkLst>
            <pc:docMk/>
            <pc:sldMk cId="354166261" sldId="269"/>
            <ac:spMk id="13" creationId="{731EFD6F-414B-524D-B42E-4ABC7CD34062}"/>
          </ac:spMkLst>
        </pc:spChg>
        <pc:spChg chg="add mod">
          <ac:chgData name="Kaushik Roy Choudhury" userId="41b12997c1b278a7" providerId="LiveId" clId="{B6E1337C-2868-4F99-B32E-A16F217013FA}" dt="2024-11-02T02:50:18.907" v="309" actId="1076"/>
          <ac:spMkLst>
            <pc:docMk/>
            <pc:sldMk cId="354166261" sldId="269"/>
            <ac:spMk id="14" creationId="{0E1FEE74-E1AE-8196-C6A9-AD7ABF200D9F}"/>
          </ac:spMkLst>
        </pc:spChg>
        <pc:spChg chg="add mod">
          <ac:chgData name="Kaushik Roy Choudhury" userId="41b12997c1b278a7" providerId="LiveId" clId="{B6E1337C-2868-4F99-B32E-A16F217013FA}" dt="2024-11-02T02:50:35.575" v="313" actId="1076"/>
          <ac:spMkLst>
            <pc:docMk/>
            <pc:sldMk cId="354166261" sldId="269"/>
            <ac:spMk id="15" creationId="{B81A10C1-3B58-3AA3-FB7F-22B2862E5BDD}"/>
          </ac:spMkLst>
        </pc:spChg>
        <pc:spChg chg="add mod">
          <ac:chgData name="Kaushik Roy Choudhury" userId="41b12997c1b278a7" providerId="LiveId" clId="{B6E1337C-2868-4F99-B32E-A16F217013FA}" dt="2024-11-02T02:50:59.565" v="317" actId="1076"/>
          <ac:spMkLst>
            <pc:docMk/>
            <pc:sldMk cId="354166261" sldId="269"/>
            <ac:spMk id="17" creationId="{2C8D50C6-9567-1FD3-76C6-E73B35B6CE5B}"/>
          </ac:spMkLst>
        </pc:spChg>
        <pc:spChg chg="add mod">
          <ac:chgData name="Kaushik Roy Choudhury" userId="41b12997c1b278a7" providerId="LiveId" clId="{B6E1337C-2868-4F99-B32E-A16F217013FA}" dt="2024-11-02T02:51:14.953" v="321" actId="1076"/>
          <ac:spMkLst>
            <pc:docMk/>
            <pc:sldMk cId="354166261" sldId="269"/>
            <ac:spMk id="18" creationId="{CBD61E55-8D40-4AFE-A0E8-26561B5E23C2}"/>
          </ac:spMkLst>
        </pc:spChg>
        <pc:spChg chg="add mod">
          <ac:chgData name="Kaushik Roy Choudhury" userId="41b12997c1b278a7" providerId="LiveId" clId="{B6E1337C-2868-4F99-B32E-A16F217013FA}" dt="2024-11-02T02:54:00.048" v="331" actId="1076"/>
          <ac:spMkLst>
            <pc:docMk/>
            <pc:sldMk cId="354166261" sldId="269"/>
            <ac:spMk id="21" creationId="{7FF9BFE7-B0FD-C4FF-802A-99883652CCEE}"/>
          </ac:spMkLst>
        </pc:spChg>
        <pc:spChg chg="add mod">
          <ac:chgData name="Kaushik Roy Choudhury" userId="41b12997c1b278a7" providerId="LiveId" clId="{B6E1337C-2868-4F99-B32E-A16F217013FA}" dt="2024-11-02T13:12:37.544" v="536" actId="20577"/>
          <ac:spMkLst>
            <pc:docMk/>
            <pc:sldMk cId="354166261" sldId="269"/>
            <ac:spMk id="27" creationId="{63A1222C-C098-7965-5848-5F97AA5A7A33}"/>
          </ac:spMkLst>
        </pc:spChg>
        <pc:picChg chg="mod">
          <ac:chgData name="Kaushik Roy Choudhury" userId="41b12997c1b278a7" providerId="LiveId" clId="{B6E1337C-2868-4F99-B32E-A16F217013FA}" dt="2024-11-02T02:47:53.540" v="286" actId="1076"/>
          <ac:picMkLst>
            <pc:docMk/>
            <pc:sldMk cId="354166261" sldId="269"/>
            <ac:picMk id="2" creationId="{24995477-9650-26CC-3F35-D1FD11EFCE6B}"/>
          </ac:picMkLst>
        </pc:picChg>
        <pc:picChg chg="mod">
          <ac:chgData name="Kaushik Roy Choudhury" userId="41b12997c1b278a7" providerId="LiveId" clId="{B6E1337C-2868-4F99-B32E-A16F217013FA}" dt="2024-11-02T02:48:12.437" v="291" actId="1076"/>
          <ac:picMkLst>
            <pc:docMk/>
            <pc:sldMk cId="354166261" sldId="269"/>
            <ac:picMk id="9" creationId="{7D463D85-E3E0-8316-98C9-744859F13BFB}"/>
          </ac:picMkLst>
        </pc:picChg>
        <pc:picChg chg="mod">
          <ac:chgData name="Kaushik Roy Choudhury" userId="41b12997c1b278a7" providerId="LiveId" clId="{B6E1337C-2868-4F99-B32E-A16F217013FA}" dt="2024-11-02T02:48:24.432" v="294" actId="1076"/>
          <ac:picMkLst>
            <pc:docMk/>
            <pc:sldMk cId="354166261" sldId="269"/>
            <ac:picMk id="11" creationId="{3D98E95E-0E2B-D770-1469-6A9A352E5E6E}"/>
          </ac:picMkLst>
        </pc:picChg>
        <pc:picChg chg="mod">
          <ac:chgData name="Kaushik Roy Choudhury" userId="41b12997c1b278a7" providerId="LiveId" clId="{B6E1337C-2868-4F99-B32E-A16F217013FA}" dt="2024-11-02T02:48:38.804" v="298" actId="1076"/>
          <ac:picMkLst>
            <pc:docMk/>
            <pc:sldMk cId="354166261" sldId="269"/>
            <ac:picMk id="12" creationId="{D46BB474-53F3-E826-8646-A3EDFD0C2FFF}"/>
          </ac:picMkLst>
        </pc:picChg>
        <pc:picChg chg="mod">
          <ac:chgData name="Kaushik Roy Choudhury" userId="41b12997c1b278a7" providerId="LiveId" clId="{B6E1337C-2868-4F99-B32E-A16F217013FA}" dt="2024-11-02T02:48:52.459" v="301" actId="1076"/>
          <ac:picMkLst>
            <pc:docMk/>
            <pc:sldMk cId="354166261" sldId="269"/>
            <ac:picMk id="16" creationId="{63117A26-464F-10D5-43D4-ED0C32803E0C}"/>
          </ac:picMkLst>
        </pc:picChg>
        <pc:picChg chg="add mod">
          <ac:chgData name="Kaushik Roy Choudhury" userId="41b12997c1b278a7" providerId="LiveId" clId="{B6E1337C-2868-4F99-B32E-A16F217013FA}" dt="2024-11-02T02:54:22.842" v="332" actId="1076"/>
          <ac:picMkLst>
            <pc:docMk/>
            <pc:sldMk cId="354166261" sldId="269"/>
            <ac:picMk id="19" creationId="{B8543A07-E553-EA50-9120-BF4EB13B0B35}"/>
          </ac:picMkLst>
        </pc:picChg>
        <pc:picChg chg="mod">
          <ac:chgData name="Kaushik Roy Choudhury" userId="41b12997c1b278a7" providerId="LiveId" clId="{B6E1337C-2868-4F99-B32E-A16F217013FA}" dt="2024-11-02T02:48:28.615" v="295" actId="1076"/>
          <ac:picMkLst>
            <pc:docMk/>
            <pc:sldMk cId="354166261" sldId="269"/>
            <ac:picMk id="20" creationId="{4DCEF4C4-7780-8DD9-7A61-6BEDA77EA990}"/>
          </ac:picMkLst>
        </pc:picChg>
        <pc:picChg chg="add mod">
          <ac:chgData name="Kaushik Roy Choudhury" userId="41b12997c1b278a7" providerId="LiveId" clId="{B6E1337C-2868-4F99-B32E-A16F217013FA}" dt="2024-11-02T02:56:26.011" v="340" actId="1076"/>
          <ac:picMkLst>
            <pc:docMk/>
            <pc:sldMk cId="354166261" sldId="269"/>
            <ac:picMk id="22" creationId="{D55F9C56-A47C-9E64-87DB-50E137DC13FC}"/>
          </ac:picMkLst>
        </pc:picChg>
        <pc:picChg chg="add mod">
          <ac:chgData name="Kaushik Roy Choudhury" userId="41b12997c1b278a7" providerId="LiveId" clId="{B6E1337C-2868-4F99-B32E-A16F217013FA}" dt="2024-11-02T02:57:41.174" v="349" actId="1076"/>
          <ac:picMkLst>
            <pc:docMk/>
            <pc:sldMk cId="354166261" sldId="269"/>
            <ac:picMk id="23" creationId="{49942A06-DE61-E2DF-8B27-6F7C31D19E51}"/>
          </ac:picMkLst>
        </pc:picChg>
        <pc:picChg chg="add mod">
          <ac:chgData name="Kaushik Roy Choudhury" userId="41b12997c1b278a7" providerId="LiveId" clId="{B6E1337C-2868-4F99-B32E-A16F217013FA}" dt="2024-11-02T02:57:27.129" v="347" actId="1076"/>
          <ac:picMkLst>
            <pc:docMk/>
            <pc:sldMk cId="354166261" sldId="269"/>
            <ac:picMk id="24" creationId="{CBF1B97F-D3ED-FADA-DD6B-452E0AA3F918}"/>
          </ac:picMkLst>
        </pc:picChg>
        <pc:picChg chg="add mod">
          <ac:chgData name="Kaushik Roy Choudhury" userId="41b12997c1b278a7" providerId="LiveId" clId="{B6E1337C-2868-4F99-B32E-A16F217013FA}" dt="2024-11-02T02:57:06.809" v="344" actId="1076"/>
          <ac:picMkLst>
            <pc:docMk/>
            <pc:sldMk cId="354166261" sldId="269"/>
            <ac:picMk id="25" creationId="{EC8C70C7-CA9C-B16D-994E-F70C0113FBA8}"/>
          </ac:picMkLst>
        </pc:picChg>
        <pc:picChg chg="add mod">
          <ac:chgData name="Kaushik Roy Choudhury" userId="41b12997c1b278a7" providerId="LiveId" clId="{B6E1337C-2868-4F99-B32E-A16F217013FA}" dt="2024-11-02T02:56:43.415" v="342" actId="1076"/>
          <ac:picMkLst>
            <pc:docMk/>
            <pc:sldMk cId="354166261" sldId="269"/>
            <ac:picMk id="26" creationId="{FABC10D6-5B4A-B419-2B3F-67180E249B66}"/>
          </ac:picMkLst>
        </pc:picChg>
      </pc:sldChg>
      <pc:sldChg chg="delSp modSp del mod">
        <pc:chgData name="Kaushik Roy Choudhury" userId="41b12997c1b278a7" providerId="LiveId" clId="{B6E1337C-2868-4F99-B32E-A16F217013FA}" dt="2024-11-02T02:16:22.467" v="138" actId="47"/>
        <pc:sldMkLst>
          <pc:docMk/>
          <pc:sldMk cId="620851646" sldId="269"/>
        </pc:sldMkLst>
        <pc:spChg chg="del">
          <ac:chgData name="Kaushik Roy Choudhury" userId="41b12997c1b278a7" providerId="LiveId" clId="{B6E1337C-2868-4F99-B32E-A16F217013FA}" dt="2024-11-02T02:15:46.957" v="130" actId="21"/>
          <ac:spMkLst>
            <pc:docMk/>
            <pc:sldMk cId="620851646" sldId="269"/>
            <ac:spMk id="3" creationId="{731EFD6F-414B-524D-B42E-4ABC7CD34062}"/>
          </ac:spMkLst>
        </pc:spChg>
        <pc:spChg chg="del">
          <ac:chgData name="Kaushik Roy Choudhury" userId="41b12997c1b278a7" providerId="LiveId" clId="{B6E1337C-2868-4F99-B32E-A16F217013FA}" dt="2024-11-02T02:15:57.421" v="132" actId="21"/>
          <ac:spMkLst>
            <pc:docMk/>
            <pc:sldMk cId="620851646" sldId="269"/>
            <ac:spMk id="5" creationId="{193824AB-9EAF-A1C8-DBC9-E0D9674B3F52}"/>
          </ac:spMkLst>
        </pc:spChg>
        <pc:spChg chg="del">
          <ac:chgData name="Kaushik Roy Choudhury" userId="41b12997c1b278a7" providerId="LiveId" clId="{B6E1337C-2868-4F99-B32E-A16F217013FA}" dt="2024-11-02T02:15:40.159" v="128" actId="21"/>
          <ac:spMkLst>
            <pc:docMk/>
            <pc:sldMk cId="620851646" sldId="269"/>
            <ac:spMk id="6" creationId="{B81A10C1-3B58-3AA3-FB7F-22B2862E5BDD}"/>
          </ac:spMkLst>
        </pc:spChg>
        <pc:spChg chg="del mod">
          <ac:chgData name="Kaushik Roy Choudhury" userId="41b12997c1b278a7" providerId="LiveId" clId="{B6E1337C-2868-4F99-B32E-A16F217013FA}" dt="2024-11-02T02:16:05.697" v="134" actId="21"/>
          <ac:spMkLst>
            <pc:docMk/>
            <pc:sldMk cId="620851646" sldId="269"/>
            <ac:spMk id="7" creationId="{2C8D50C6-9567-1FD3-76C6-E73B35B6CE5B}"/>
          </ac:spMkLst>
        </pc:spChg>
        <pc:spChg chg="del">
          <ac:chgData name="Kaushik Roy Choudhury" userId="41b12997c1b278a7" providerId="LiveId" clId="{B6E1337C-2868-4F99-B32E-A16F217013FA}" dt="2024-11-02T02:16:13.812" v="136" actId="21"/>
          <ac:spMkLst>
            <pc:docMk/>
            <pc:sldMk cId="620851646" sldId="269"/>
            <ac:spMk id="8" creationId="{CBD61E55-8D40-4AFE-A0E8-26561B5E23C2}"/>
          </ac:spMkLst>
        </pc:spChg>
      </pc:sldChg>
      <pc:sldChg chg="delSp modSp del mod">
        <pc:chgData name="Kaushik Roy Choudhury" userId="41b12997c1b278a7" providerId="LiveId" clId="{B6E1337C-2868-4F99-B32E-A16F217013FA}" dt="2024-11-02T03:18:16.907" v="350" actId="47"/>
        <pc:sldMkLst>
          <pc:docMk/>
          <pc:sldMk cId="809720984" sldId="270"/>
        </pc:sldMkLst>
        <pc:spChg chg="del mod">
          <ac:chgData name="Kaushik Roy Choudhury" userId="41b12997c1b278a7" providerId="LiveId" clId="{B6E1337C-2868-4F99-B32E-A16F217013FA}" dt="2024-11-02T02:49:55.269" v="303" actId="21"/>
          <ac:spMkLst>
            <pc:docMk/>
            <pc:sldMk cId="809720984" sldId="270"/>
            <ac:spMk id="3" creationId="{731EFD6F-414B-524D-B42E-4ABC7CD34062}"/>
          </ac:spMkLst>
        </pc:spChg>
        <pc:spChg chg="del mod">
          <ac:chgData name="Kaushik Roy Choudhury" userId="41b12997c1b278a7" providerId="LiveId" clId="{B6E1337C-2868-4F99-B32E-A16F217013FA}" dt="2024-11-02T02:50:11.001" v="307" actId="21"/>
          <ac:spMkLst>
            <pc:docMk/>
            <pc:sldMk cId="809720984" sldId="270"/>
            <ac:spMk id="5" creationId="{193824AB-9EAF-A1C8-DBC9-E0D9674B3F52}"/>
          </ac:spMkLst>
        </pc:spChg>
        <pc:spChg chg="del mod">
          <ac:chgData name="Kaushik Roy Choudhury" userId="41b12997c1b278a7" providerId="LiveId" clId="{B6E1337C-2868-4F99-B32E-A16F217013FA}" dt="2024-11-02T02:50:26.663" v="311" actId="21"/>
          <ac:spMkLst>
            <pc:docMk/>
            <pc:sldMk cId="809720984" sldId="270"/>
            <ac:spMk id="6" creationId="{B81A10C1-3B58-3AA3-FB7F-22B2862E5BDD}"/>
          </ac:spMkLst>
        </pc:spChg>
        <pc:spChg chg="del mod">
          <ac:chgData name="Kaushik Roy Choudhury" userId="41b12997c1b278a7" providerId="LiveId" clId="{B6E1337C-2868-4F99-B32E-A16F217013FA}" dt="2024-11-02T02:50:52.040" v="315" actId="21"/>
          <ac:spMkLst>
            <pc:docMk/>
            <pc:sldMk cId="809720984" sldId="270"/>
            <ac:spMk id="7" creationId="{2C8D50C6-9567-1FD3-76C6-E73B35B6CE5B}"/>
          </ac:spMkLst>
        </pc:spChg>
        <pc:spChg chg="del mod">
          <ac:chgData name="Kaushik Roy Choudhury" userId="41b12997c1b278a7" providerId="LiveId" clId="{B6E1337C-2868-4F99-B32E-A16F217013FA}" dt="2024-11-02T02:51:07.276" v="319" actId="21"/>
          <ac:spMkLst>
            <pc:docMk/>
            <pc:sldMk cId="809720984" sldId="270"/>
            <ac:spMk id="8" creationId="{CBD61E55-8D40-4AFE-A0E8-26561B5E23C2}"/>
          </ac:spMkLst>
        </pc:spChg>
      </pc:sldChg>
      <pc:sldChg chg="addSp delSp modSp mod delAnim modAnim">
        <pc:chgData name="Kaushik Roy Choudhury" userId="41b12997c1b278a7" providerId="LiveId" clId="{B6E1337C-2868-4F99-B32E-A16F217013FA}" dt="2024-11-02T13:13:49.843" v="541" actId="20577"/>
        <pc:sldMkLst>
          <pc:docMk/>
          <pc:sldMk cId="1679451239" sldId="271"/>
        </pc:sldMkLst>
        <pc:spChg chg="add mod">
          <ac:chgData name="Kaushik Roy Choudhury" userId="41b12997c1b278a7" providerId="LiveId" clId="{B6E1337C-2868-4F99-B32E-A16F217013FA}" dt="2024-11-02T13:13:31.280" v="538" actId="20577"/>
          <ac:spMkLst>
            <pc:docMk/>
            <pc:sldMk cId="1679451239" sldId="271"/>
            <ac:spMk id="2" creationId="{2126C791-9B31-8F2C-F54A-CD61C1BEF156}"/>
          </ac:spMkLst>
        </pc:spChg>
        <pc:spChg chg="mod">
          <ac:chgData name="Kaushik Roy Choudhury" userId="41b12997c1b278a7" providerId="LiveId" clId="{B6E1337C-2868-4F99-B32E-A16F217013FA}" dt="2024-11-02T03:22:13.378" v="376" actId="1076"/>
          <ac:spMkLst>
            <pc:docMk/>
            <pc:sldMk cId="1679451239" sldId="271"/>
            <ac:spMk id="3" creationId="{731EFD6F-414B-524D-B42E-4ABC7CD34062}"/>
          </ac:spMkLst>
        </pc:spChg>
        <pc:spChg chg="mod">
          <ac:chgData name="Kaushik Roy Choudhury" userId="41b12997c1b278a7" providerId="LiveId" clId="{B6E1337C-2868-4F99-B32E-A16F217013FA}" dt="2024-11-02T03:19:24.228" v="359" actId="1076"/>
          <ac:spMkLst>
            <pc:docMk/>
            <pc:sldMk cId="1679451239" sldId="271"/>
            <ac:spMk id="4" creationId="{DB758582-E948-4A01-938B-3699636FE282}"/>
          </ac:spMkLst>
        </pc:spChg>
        <pc:spChg chg="mod">
          <ac:chgData name="Kaushik Roy Choudhury" userId="41b12997c1b278a7" providerId="LiveId" clId="{B6E1337C-2868-4F99-B32E-A16F217013FA}" dt="2024-11-02T03:19:48.475" v="365" actId="1076"/>
          <ac:spMkLst>
            <pc:docMk/>
            <pc:sldMk cId="1679451239" sldId="271"/>
            <ac:spMk id="5" creationId="{193824AB-9EAF-A1C8-DBC9-E0D9674B3F52}"/>
          </ac:spMkLst>
        </pc:spChg>
        <pc:spChg chg="add mod">
          <ac:chgData name="Kaushik Roy Choudhury" userId="41b12997c1b278a7" providerId="LiveId" clId="{B6E1337C-2868-4F99-B32E-A16F217013FA}" dt="2024-11-02T03:22:37.729" v="382" actId="1076"/>
          <ac:spMkLst>
            <pc:docMk/>
            <pc:sldMk cId="1679451239" sldId="271"/>
            <ac:spMk id="6" creationId="{731EFD6F-414B-524D-B42E-4ABC7CD34062}"/>
          </ac:spMkLst>
        </pc:spChg>
        <pc:spChg chg="mod">
          <ac:chgData name="Kaushik Roy Choudhury" userId="41b12997c1b278a7" providerId="LiveId" clId="{B6E1337C-2868-4F99-B32E-A16F217013FA}" dt="2024-11-02T03:20:01.371" v="368" actId="1076"/>
          <ac:spMkLst>
            <pc:docMk/>
            <pc:sldMk cId="1679451239" sldId="271"/>
            <ac:spMk id="7" creationId="{2C8D50C6-9567-1FD3-76C6-E73B35B6CE5B}"/>
          </ac:spMkLst>
        </pc:spChg>
        <pc:spChg chg="mod">
          <ac:chgData name="Kaushik Roy Choudhury" userId="41b12997c1b278a7" providerId="LiveId" clId="{B6E1337C-2868-4F99-B32E-A16F217013FA}" dt="2024-11-02T03:20:22.154" v="371" actId="1076"/>
          <ac:spMkLst>
            <pc:docMk/>
            <pc:sldMk cId="1679451239" sldId="271"/>
            <ac:spMk id="8" creationId="{CBD61E55-8D40-4AFE-A0E8-26561B5E23C2}"/>
          </ac:spMkLst>
        </pc:spChg>
        <pc:spChg chg="add mod">
          <ac:chgData name="Kaushik Roy Choudhury" userId="41b12997c1b278a7" providerId="LiveId" clId="{B6E1337C-2868-4F99-B32E-A16F217013FA}" dt="2024-11-02T03:22:41.028" v="383" actId="1076"/>
          <ac:spMkLst>
            <pc:docMk/>
            <pc:sldMk cId="1679451239" sldId="271"/>
            <ac:spMk id="14" creationId="{193824AB-9EAF-A1C8-DBC9-E0D9674B3F52}"/>
          </ac:spMkLst>
        </pc:spChg>
        <pc:spChg chg="add mod">
          <ac:chgData name="Kaushik Roy Choudhury" userId="41b12997c1b278a7" providerId="LiveId" clId="{B6E1337C-2868-4F99-B32E-A16F217013FA}" dt="2024-11-02T03:22:58.273" v="386" actId="1076"/>
          <ac:spMkLst>
            <pc:docMk/>
            <pc:sldMk cId="1679451239" sldId="271"/>
            <ac:spMk id="15" creationId="{D2FD6D0F-D967-4C16-1BA2-46D392551F36}"/>
          </ac:spMkLst>
        </pc:spChg>
        <pc:spChg chg="add mod">
          <ac:chgData name="Kaushik Roy Choudhury" userId="41b12997c1b278a7" providerId="LiveId" clId="{B6E1337C-2868-4F99-B32E-A16F217013FA}" dt="2024-11-02T03:23:23.897" v="391" actId="1076"/>
          <ac:spMkLst>
            <pc:docMk/>
            <pc:sldMk cId="1679451239" sldId="271"/>
            <ac:spMk id="16" creationId="{CBD61E55-8D40-4AFE-A0E8-26561B5E23C2}"/>
          </ac:spMkLst>
        </pc:spChg>
        <pc:spChg chg="add mod">
          <ac:chgData name="Kaushik Roy Choudhury" userId="41b12997c1b278a7" providerId="LiveId" clId="{B6E1337C-2868-4F99-B32E-A16F217013FA}" dt="2024-11-02T03:24:22.527" v="404" actId="20577"/>
          <ac:spMkLst>
            <pc:docMk/>
            <pc:sldMk cId="1679451239" sldId="271"/>
            <ac:spMk id="17" creationId="{93BC6CA8-42D3-C447-D322-492512449681}"/>
          </ac:spMkLst>
        </pc:spChg>
        <pc:spChg chg="add mod">
          <ac:chgData name="Kaushik Roy Choudhury" userId="41b12997c1b278a7" providerId="LiveId" clId="{B6E1337C-2868-4F99-B32E-A16F217013FA}" dt="2024-11-02T03:25:57.206" v="426" actId="20577"/>
          <ac:spMkLst>
            <pc:docMk/>
            <pc:sldMk cId="1679451239" sldId="271"/>
            <ac:spMk id="18" creationId="{6C89F1BA-7555-BCA1-F519-674E1939013B}"/>
          </ac:spMkLst>
        </pc:spChg>
        <pc:spChg chg="add mod">
          <ac:chgData name="Kaushik Roy Choudhury" userId="41b12997c1b278a7" providerId="LiveId" clId="{B6E1337C-2868-4F99-B32E-A16F217013FA}" dt="2024-11-02T03:27:46.019" v="439" actId="20577"/>
          <ac:spMkLst>
            <pc:docMk/>
            <pc:sldMk cId="1679451239" sldId="271"/>
            <ac:spMk id="19" creationId="{9F416E61-6AAF-ADBE-4FD5-E6FE41615561}"/>
          </ac:spMkLst>
        </pc:spChg>
        <pc:spChg chg="add mod">
          <ac:chgData name="Kaushik Roy Choudhury" userId="41b12997c1b278a7" providerId="LiveId" clId="{B6E1337C-2868-4F99-B32E-A16F217013FA}" dt="2024-11-02T13:13:49.843" v="541" actId="20577"/>
          <ac:spMkLst>
            <pc:docMk/>
            <pc:sldMk cId="1679451239" sldId="271"/>
            <ac:spMk id="20" creationId="{3A887E51-8FEE-2B08-024C-C5BC724484FE}"/>
          </ac:spMkLst>
        </pc:spChg>
        <pc:picChg chg="mod">
          <ac:chgData name="Kaushik Roy Choudhury" userId="41b12997c1b278a7" providerId="LiveId" clId="{B6E1337C-2868-4F99-B32E-A16F217013FA}" dt="2024-11-02T03:19:26.208" v="360" actId="1076"/>
          <ac:picMkLst>
            <pc:docMk/>
            <pc:sldMk cId="1679451239" sldId="271"/>
            <ac:picMk id="9" creationId="{391E89C9-A05B-E28F-66FF-4AA1D21101CB}"/>
          </ac:picMkLst>
        </pc:picChg>
        <pc:picChg chg="mod">
          <ac:chgData name="Kaushik Roy Choudhury" userId="41b12997c1b278a7" providerId="LiveId" clId="{B6E1337C-2868-4F99-B32E-A16F217013FA}" dt="2024-11-02T03:19:39.544" v="363" actId="1076"/>
          <ac:picMkLst>
            <pc:docMk/>
            <pc:sldMk cId="1679451239" sldId="271"/>
            <ac:picMk id="10" creationId="{FD57441E-E441-60F5-B80A-A24F264B0733}"/>
          </ac:picMkLst>
        </pc:picChg>
        <pc:picChg chg="mod">
          <ac:chgData name="Kaushik Roy Choudhury" userId="41b12997c1b278a7" providerId="LiveId" clId="{B6E1337C-2868-4F99-B32E-A16F217013FA}" dt="2024-11-02T03:19:52.188" v="366" actId="1076"/>
          <ac:picMkLst>
            <pc:docMk/>
            <pc:sldMk cId="1679451239" sldId="271"/>
            <ac:picMk id="11" creationId="{6F27AF4E-CA0C-2DF2-C076-B5F11DF701AF}"/>
          </ac:picMkLst>
        </pc:picChg>
        <pc:picChg chg="mod">
          <ac:chgData name="Kaushik Roy Choudhury" userId="41b12997c1b278a7" providerId="LiveId" clId="{B6E1337C-2868-4F99-B32E-A16F217013FA}" dt="2024-11-02T03:20:05.727" v="369" actId="1076"/>
          <ac:picMkLst>
            <pc:docMk/>
            <pc:sldMk cId="1679451239" sldId="271"/>
            <ac:picMk id="12" creationId="{ECF20992-22E0-BED2-A618-3271AEFDC6DF}"/>
          </ac:picMkLst>
        </pc:picChg>
        <pc:picChg chg="mod">
          <ac:chgData name="Kaushik Roy Choudhury" userId="41b12997c1b278a7" providerId="LiveId" clId="{B6E1337C-2868-4F99-B32E-A16F217013FA}" dt="2024-11-02T03:20:25.912" v="372" actId="1076"/>
          <ac:picMkLst>
            <pc:docMk/>
            <pc:sldMk cId="1679451239" sldId="271"/>
            <ac:picMk id="13" creationId="{7AB77EE2-B247-E423-4E24-E47F87123D79}"/>
          </ac:picMkLst>
        </pc:picChg>
        <pc:picChg chg="add del mod">
          <ac:chgData name="Kaushik Roy Choudhury" userId="41b12997c1b278a7" providerId="LiveId" clId="{B6E1337C-2868-4F99-B32E-A16F217013FA}" dt="2024-11-02T03:30:49.072" v="442" actId="478"/>
          <ac:picMkLst>
            <pc:docMk/>
            <pc:sldMk cId="1679451239" sldId="271"/>
            <ac:picMk id="20" creationId="{11F84921-1AAD-94EA-DC8D-0F6447CE5C52}"/>
          </ac:picMkLst>
        </pc:picChg>
        <pc:picChg chg="add mod">
          <ac:chgData name="Kaushik Roy Choudhury" userId="41b12997c1b278a7" providerId="LiveId" clId="{B6E1337C-2868-4F99-B32E-A16F217013FA}" dt="2024-11-02T03:34:12.376" v="462" actId="1076"/>
          <ac:picMkLst>
            <pc:docMk/>
            <pc:sldMk cId="1679451239" sldId="271"/>
            <ac:picMk id="21" creationId="{DDA60037-EC89-7F0B-3622-DE0ABD50A66C}"/>
          </ac:picMkLst>
        </pc:picChg>
        <pc:picChg chg="add mod">
          <ac:chgData name="Kaushik Roy Choudhury" userId="41b12997c1b278a7" providerId="LiveId" clId="{B6E1337C-2868-4F99-B32E-A16F217013FA}" dt="2024-11-02T03:33:52.617" v="461" actId="1076"/>
          <ac:picMkLst>
            <pc:docMk/>
            <pc:sldMk cId="1679451239" sldId="271"/>
            <ac:picMk id="22" creationId="{BA2A9448-CF51-3EBE-94D8-17D0455504D2}"/>
          </ac:picMkLst>
        </pc:picChg>
        <pc:picChg chg="add mod">
          <ac:chgData name="Kaushik Roy Choudhury" userId="41b12997c1b278a7" providerId="LiveId" clId="{B6E1337C-2868-4F99-B32E-A16F217013FA}" dt="2024-11-02T03:33:31.296" v="459" actId="1076"/>
          <ac:picMkLst>
            <pc:docMk/>
            <pc:sldMk cId="1679451239" sldId="271"/>
            <ac:picMk id="23" creationId="{10F092A0-226A-014A-86E0-1FECFD117799}"/>
          </ac:picMkLst>
        </pc:picChg>
        <pc:picChg chg="add mod">
          <ac:chgData name="Kaushik Roy Choudhury" userId="41b12997c1b278a7" providerId="LiveId" clId="{B6E1337C-2868-4F99-B32E-A16F217013FA}" dt="2024-11-02T03:33:12.426" v="457" actId="1076"/>
          <ac:picMkLst>
            <pc:docMk/>
            <pc:sldMk cId="1679451239" sldId="271"/>
            <ac:picMk id="24" creationId="{54757F90-37F9-2569-D1F2-5F6D15119435}"/>
          </ac:picMkLst>
        </pc:picChg>
        <pc:picChg chg="add mod">
          <ac:chgData name="Kaushik Roy Choudhury" userId="41b12997c1b278a7" providerId="LiveId" clId="{B6E1337C-2868-4F99-B32E-A16F217013FA}" dt="2024-11-02T03:32:52.343" v="455" actId="1076"/>
          <ac:picMkLst>
            <pc:docMk/>
            <pc:sldMk cId="1679451239" sldId="271"/>
            <ac:picMk id="25" creationId="{008BD977-D076-F045-563A-D20FFB5D065C}"/>
          </ac:picMkLst>
        </pc:picChg>
        <pc:picChg chg="add mod">
          <ac:chgData name="Kaushik Roy Choudhury" userId="41b12997c1b278a7" providerId="LiveId" clId="{B6E1337C-2868-4F99-B32E-A16F217013FA}" dt="2024-11-02T03:32:36.347" v="453" actId="1076"/>
          <ac:picMkLst>
            <pc:docMk/>
            <pc:sldMk cId="1679451239" sldId="271"/>
            <ac:picMk id="26" creationId="{151A8FA0-C0FB-B267-E886-8A2B96CDEE0D}"/>
          </ac:picMkLst>
        </pc:picChg>
        <pc:picChg chg="add mod">
          <ac:chgData name="Kaushik Roy Choudhury" userId="41b12997c1b278a7" providerId="LiveId" clId="{B6E1337C-2868-4F99-B32E-A16F217013FA}" dt="2024-11-02T03:32:18.226" v="451" actId="1076"/>
          <ac:picMkLst>
            <pc:docMk/>
            <pc:sldMk cId="1679451239" sldId="271"/>
            <ac:picMk id="27" creationId="{7AE007D0-1B94-85B8-BFE1-B6823F6C1D14}"/>
          </ac:picMkLst>
        </pc:picChg>
      </pc:sldChg>
      <pc:sldChg chg="delSp modSp del mod">
        <pc:chgData name="Kaushik Roy Choudhury" userId="41b12997c1b278a7" providerId="LiveId" clId="{B6E1337C-2868-4F99-B32E-A16F217013FA}" dt="2024-11-02T03:23:38.328" v="392" actId="47"/>
        <pc:sldMkLst>
          <pc:docMk/>
          <pc:sldMk cId="2969056421" sldId="272"/>
        </pc:sldMkLst>
        <pc:spChg chg="del mod">
          <ac:chgData name="Kaushik Roy Choudhury" userId="41b12997c1b278a7" providerId="LiveId" clId="{B6E1337C-2868-4F99-B32E-A16F217013FA}" dt="2024-11-02T03:22:04.154" v="374" actId="21"/>
          <ac:spMkLst>
            <pc:docMk/>
            <pc:sldMk cId="2969056421" sldId="272"/>
            <ac:spMk id="3" creationId="{731EFD6F-414B-524D-B42E-4ABC7CD34062}"/>
          </ac:spMkLst>
        </pc:spChg>
        <pc:spChg chg="del mod">
          <ac:chgData name="Kaushik Roy Choudhury" userId="41b12997c1b278a7" providerId="LiveId" clId="{B6E1337C-2868-4F99-B32E-A16F217013FA}" dt="2024-11-02T03:22:25.845" v="379" actId="21"/>
          <ac:spMkLst>
            <pc:docMk/>
            <pc:sldMk cId="2969056421" sldId="272"/>
            <ac:spMk id="5" creationId="{193824AB-9EAF-A1C8-DBC9-E0D9674B3F52}"/>
          </ac:spMkLst>
        </pc:spChg>
        <pc:spChg chg="mod">
          <ac:chgData name="Kaushik Roy Choudhury" userId="41b12997c1b278a7" providerId="LiveId" clId="{B6E1337C-2868-4F99-B32E-A16F217013FA}" dt="2024-11-02T03:22:47.485" v="384" actId="14100"/>
          <ac:spMkLst>
            <pc:docMk/>
            <pc:sldMk cId="2969056421" sldId="272"/>
            <ac:spMk id="7" creationId="{2C8D50C6-9567-1FD3-76C6-E73B35B6CE5B}"/>
          </ac:spMkLst>
        </pc:spChg>
        <pc:spChg chg="del mod">
          <ac:chgData name="Kaushik Roy Choudhury" userId="41b12997c1b278a7" providerId="LiveId" clId="{B6E1337C-2868-4F99-B32E-A16F217013FA}" dt="2024-11-02T03:23:15.627" v="389" actId="21"/>
          <ac:spMkLst>
            <pc:docMk/>
            <pc:sldMk cId="2969056421" sldId="272"/>
            <ac:spMk id="8" creationId="{CBD61E55-8D40-4AFE-A0E8-26561B5E23C2}"/>
          </ac:spMkLst>
        </pc:spChg>
      </pc:sldChg>
      <pc:sldChg chg="addSp delSp modSp new mod">
        <pc:chgData name="Kaushik Roy Choudhury" userId="41b12997c1b278a7" providerId="LiveId" clId="{B6E1337C-2868-4F99-B32E-A16F217013FA}" dt="2024-11-02T03:44:52.089" v="482" actId="478"/>
        <pc:sldMkLst>
          <pc:docMk/>
          <pc:sldMk cId="3837917113" sldId="272"/>
        </pc:sldMkLst>
        <pc:spChg chg="del">
          <ac:chgData name="Kaushik Roy Choudhury" userId="41b12997c1b278a7" providerId="LiveId" clId="{B6E1337C-2868-4F99-B32E-A16F217013FA}" dt="2024-11-02T03:44:01.262" v="464" actId="478"/>
          <ac:spMkLst>
            <pc:docMk/>
            <pc:sldMk cId="3837917113" sldId="272"/>
            <ac:spMk id="2" creationId="{EFB2A7CE-3E1F-54C1-51F2-1126022B3431}"/>
          </ac:spMkLst>
        </pc:spChg>
        <pc:spChg chg="del">
          <ac:chgData name="Kaushik Roy Choudhury" userId="41b12997c1b278a7" providerId="LiveId" clId="{B6E1337C-2868-4F99-B32E-A16F217013FA}" dt="2024-11-02T03:44:03.890" v="465" actId="478"/>
          <ac:spMkLst>
            <pc:docMk/>
            <pc:sldMk cId="3837917113" sldId="272"/>
            <ac:spMk id="3" creationId="{78AF20B5-3C5E-2466-F286-5CB8E5B31FF8}"/>
          </ac:spMkLst>
        </pc:spChg>
        <pc:picChg chg="add mod">
          <ac:chgData name="Kaushik Roy Choudhury" userId="41b12997c1b278a7" providerId="LiveId" clId="{B6E1337C-2868-4F99-B32E-A16F217013FA}" dt="2024-11-02T03:44:09.189" v="471" actId="27614"/>
          <ac:picMkLst>
            <pc:docMk/>
            <pc:sldMk cId="3837917113" sldId="272"/>
            <ac:picMk id="5" creationId="{B1062DF2-BC50-B537-2D3B-8B19E56D9970}"/>
          </ac:picMkLst>
        </pc:picChg>
        <pc:picChg chg="add del mod">
          <ac:chgData name="Kaushik Roy Choudhury" userId="41b12997c1b278a7" providerId="LiveId" clId="{B6E1337C-2868-4F99-B32E-A16F217013FA}" dt="2024-11-02T03:44:49.397" v="481" actId="478"/>
          <ac:picMkLst>
            <pc:docMk/>
            <pc:sldMk cId="3837917113" sldId="272"/>
            <ac:picMk id="7" creationId="{78DAB552-C98B-273A-82EA-D0537F7E129A}"/>
          </ac:picMkLst>
        </pc:picChg>
        <pc:picChg chg="add del mod">
          <ac:chgData name="Kaushik Roy Choudhury" userId="41b12997c1b278a7" providerId="LiveId" clId="{B6E1337C-2868-4F99-B32E-A16F217013FA}" dt="2024-11-02T03:44:52.089" v="482" actId="478"/>
          <ac:picMkLst>
            <pc:docMk/>
            <pc:sldMk cId="3837917113" sldId="272"/>
            <ac:picMk id="9" creationId="{F7EE875E-1574-56CE-EAF0-1CF21D240180}"/>
          </ac:picMkLst>
        </pc:picChg>
      </pc:sldChg>
      <pc:sldChg chg="addSp delSp modSp mod ord">
        <pc:chgData name="Kaushik Roy Choudhury" userId="41b12997c1b278a7" providerId="LiveId" clId="{B6E1337C-2868-4F99-B32E-A16F217013FA}" dt="2024-11-02T13:14:36.162" v="549" actId="1076"/>
        <pc:sldMkLst>
          <pc:docMk/>
          <pc:sldMk cId="3100303104" sldId="273"/>
        </pc:sldMkLst>
        <pc:picChg chg="add mod modCrop">
          <ac:chgData name="Kaushik Roy Choudhury" userId="41b12997c1b278a7" providerId="LiveId" clId="{B6E1337C-2868-4F99-B32E-A16F217013FA}" dt="2024-11-02T13:14:36.162" v="549" actId="1076"/>
          <ac:picMkLst>
            <pc:docMk/>
            <pc:sldMk cId="3100303104" sldId="273"/>
            <ac:picMk id="2" creationId="{1CC999D4-6E01-3009-D91A-A3DEC9CAD44C}"/>
          </ac:picMkLst>
        </pc:picChg>
        <pc:picChg chg="del">
          <ac:chgData name="Kaushik Roy Choudhury" userId="41b12997c1b278a7" providerId="LiveId" clId="{B6E1337C-2868-4F99-B32E-A16F217013FA}" dt="2024-11-02T03:44:31.075" v="477" actId="478"/>
          <ac:picMkLst>
            <pc:docMk/>
            <pc:sldMk cId="3100303104" sldId="273"/>
            <ac:picMk id="5" creationId="{C2B37DA3-D246-8446-3131-87781F50F0E4}"/>
          </ac:picMkLst>
        </pc:picChg>
        <pc:picChg chg="del">
          <ac:chgData name="Kaushik Roy Choudhury" userId="41b12997c1b278a7" providerId="LiveId" clId="{B6E1337C-2868-4F99-B32E-A16F217013FA}" dt="2024-11-02T03:44:28.808" v="476" actId="478"/>
          <ac:picMkLst>
            <pc:docMk/>
            <pc:sldMk cId="3100303104" sldId="273"/>
            <ac:picMk id="7" creationId="{506BBF5D-C346-1180-5372-2A31C776D981}"/>
          </ac:picMkLst>
        </pc:picChg>
        <pc:picChg chg="mod modCrop">
          <ac:chgData name="Kaushik Roy Choudhury" userId="41b12997c1b278a7" providerId="LiveId" clId="{B6E1337C-2868-4F99-B32E-A16F217013FA}" dt="2024-11-02T13:14:32.910" v="548" actId="1076"/>
          <ac:picMkLst>
            <pc:docMk/>
            <pc:sldMk cId="3100303104" sldId="273"/>
            <ac:picMk id="9" creationId="{5558B298-5203-BD8D-1897-DE4E2A01E063}"/>
          </ac:picMkLst>
        </pc:picChg>
      </pc:sldChg>
      <pc:sldChg chg="addSp delSp modSp mod ord">
        <pc:chgData name="Kaushik Roy Choudhury" userId="41b12997c1b278a7" providerId="LiveId" clId="{B6E1337C-2868-4F99-B32E-A16F217013FA}" dt="2024-11-02T03:46:18.987" v="500"/>
        <pc:sldMkLst>
          <pc:docMk/>
          <pc:sldMk cId="4185624618" sldId="274"/>
        </pc:sldMkLst>
        <pc:picChg chg="add mod modCrop">
          <ac:chgData name="Kaushik Roy Choudhury" userId="41b12997c1b278a7" providerId="LiveId" clId="{B6E1337C-2868-4F99-B32E-A16F217013FA}" dt="2024-11-02T03:45:55.301" v="494" actId="1076"/>
          <ac:picMkLst>
            <pc:docMk/>
            <pc:sldMk cId="4185624618" sldId="274"/>
            <ac:picMk id="2" creationId="{AEAB811C-0A18-B5AC-B188-125EE1B16562}"/>
          </ac:picMkLst>
        </pc:picChg>
        <pc:picChg chg="del">
          <ac:chgData name="Kaushik Roy Choudhury" userId="41b12997c1b278a7" providerId="LiveId" clId="{B6E1337C-2868-4F99-B32E-A16F217013FA}" dt="2024-11-02T03:45:06.929" v="485" actId="478"/>
          <ac:picMkLst>
            <pc:docMk/>
            <pc:sldMk cId="4185624618" sldId="274"/>
            <ac:picMk id="5" creationId="{51F77D1D-EDCD-FB0C-8B39-D959E2A9254B}"/>
          </ac:picMkLst>
        </pc:picChg>
        <pc:picChg chg="mod modCrop">
          <ac:chgData name="Kaushik Roy Choudhury" userId="41b12997c1b278a7" providerId="LiveId" clId="{B6E1337C-2868-4F99-B32E-A16F217013FA}" dt="2024-11-02T03:46:04.823" v="496" actId="1076"/>
          <ac:picMkLst>
            <pc:docMk/>
            <pc:sldMk cId="4185624618" sldId="274"/>
            <ac:picMk id="7" creationId="{C0E065DB-4428-8125-C90A-4BBBB3EFEDE6}"/>
          </ac:picMkLst>
        </pc:picChg>
        <pc:picChg chg="del mod">
          <ac:chgData name="Kaushik Roy Choudhury" userId="41b12997c1b278a7" providerId="LiveId" clId="{B6E1337C-2868-4F99-B32E-A16F217013FA}" dt="2024-11-02T03:44:21.539" v="474" actId="478"/>
          <ac:picMkLst>
            <pc:docMk/>
            <pc:sldMk cId="4185624618" sldId="274"/>
            <ac:picMk id="9" creationId="{E2A99654-5712-3E36-76DF-E2A2FE62B763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496484"/>
            <a:ext cx="5829300" cy="318346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4802717"/>
            <a:ext cx="5143500" cy="2207683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538A8D-6C8B-44F0-8691-EE15611C81EA}" type="datetimeFigureOut">
              <a:rPr lang="en-US" smtClean="0"/>
              <a:t>11/2/2024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B6976-1958-436D-97EC-8ABC37CACF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67141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538A8D-6C8B-44F0-8691-EE15611C81EA}" type="datetimeFigureOut">
              <a:rPr lang="en-US" smtClean="0"/>
              <a:t>11/2/2024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B6976-1958-436D-97EC-8ABC37CACF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02562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279653"/>
            <a:ext cx="5915025" cy="3803649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119286"/>
            <a:ext cx="5915025" cy="200024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538A8D-6C8B-44F0-8691-EE15611C81EA}" type="datetimeFigureOut">
              <a:rPr lang="en-US" smtClean="0"/>
              <a:t>11/2/2024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B6976-1958-436D-97EC-8ABC37CACF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24948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434167"/>
            <a:ext cx="291465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434167"/>
            <a:ext cx="291465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538A8D-6C8B-44F0-8691-EE15611C81EA}" type="datetimeFigureOut">
              <a:rPr lang="en-US" smtClean="0"/>
              <a:t>11/2/2024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B6976-1958-436D-97EC-8ABC37CACF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48650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486836"/>
            <a:ext cx="5915025" cy="17674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241551"/>
            <a:ext cx="2901255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340100"/>
            <a:ext cx="2901255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241551"/>
            <a:ext cx="2915543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340100"/>
            <a:ext cx="2915543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538A8D-6C8B-44F0-8691-EE15611C81EA}" type="datetimeFigureOut">
              <a:rPr lang="en-US" smtClean="0"/>
              <a:t>11/2/2024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B6976-1958-436D-97EC-8ABC37CACF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70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538A8D-6C8B-44F0-8691-EE15611C81EA}" type="datetimeFigureOut">
              <a:rPr lang="en-US" smtClean="0"/>
              <a:t>11/2/2024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B6976-1958-436D-97EC-8ABC37CACF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75526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538A8D-6C8B-44F0-8691-EE15611C81EA}" type="datetimeFigureOut">
              <a:rPr lang="en-US" smtClean="0"/>
              <a:t>11/2/2024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B6976-1958-436D-97EC-8ABC37CACF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93871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316569"/>
            <a:ext cx="3471863" cy="6498167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538A8D-6C8B-44F0-8691-EE15611C81EA}" type="datetimeFigureOut">
              <a:rPr lang="en-US" smtClean="0"/>
              <a:t>11/2/2024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B6976-1958-436D-97EC-8ABC37CACF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80887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316569"/>
            <a:ext cx="3471863" cy="6498167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538A8D-6C8B-44F0-8691-EE15611C81EA}" type="datetimeFigureOut">
              <a:rPr lang="en-US" smtClean="0"/>
              <a:t>11/2/2024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B6976-1958-436D-97EC-8ABC37CACF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6507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538A8D-6C8B-44F0-8691-EE15611C81EA}" type="datetimeFigureOut">
              <a:rPr lang="en-US" smtClean="0"/>
              <a:t>11/2/2024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B6976-1958-436D-97EC-8ABC37CACF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02151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486834"/>
            <a:ext cx="1478756" cy="77491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486834"/>
            <a:ext cx="4350544" cy="77491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538A8D-6C8B-44F0-8691-EE15611C81EA}" type="datetimeFigureOut">
              <a:rPr lang="en-US" smtClean="0"/>
              <a:t>11/2/2024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B6976-1958-436D-97EC-8ABC37CACF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8677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486836"/>
            <a:ext cx="5915025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434167"/>
            <a:ext cx="5915025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538A8D-6C8B-44F0-8691-EE15611C81EA}" type="datetimeFigureOut">
              <a:rPr lang="en-US" smtClean="0"/>
              <a:t>11/2/2024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2B6976-1958-436D-97EC-8ABC37CACF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29004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microsoft.com/office/2007/relationships/media" Target="../media/media7.m4a"/><Relationship Id="rId13" Type="http://schemas.microsoft.com/office/2007/relationships/media" Target="../media/media12.m4a"/><Relationship Id="rId3" Type="http://schemas.microsoft.com/office/2007/relationships/media" Target="../media/media2.m4a"/><Relationship Id="rId7" Type="http://schemas.microsoft.com/office/2007/relationships/media" Target="../media/media6.m4a"/><Relationship Id="rId12" Type="http://schemas.microsoft.com/office/2007/relationships/media" Target="../media/media11.m4a"/><Relationship Id="rId2" Type="http://schemas.microsoft.com/office/2007/relationships/media" Target="../media/media1.m4a"/><Relationship Id="rId1" Type="http://schemas.openxmlformats.org/officeDocument/2006/relationships/audio" Target="NULL" TargetMode="External"/><Relationship Id="rId6" Type="http://schemas.microsoft.com/office/2007/relationships/media" Target="../media/media5.m4a"/><Relationship Id="rId11" Type="http://schemas.microsoft.com/office/2007/relationships/media" Target="../media/media10.m4a"/><Relationship Id="rId5" Type="http://schemas.microsoft.com/office/2007/relationships/media" Target="../media/media4.m4a"/><Relationship Id="rId15" Type="http://schemas.openxmlformats.org/officeDocument/2006/relationships/image" Target="../media/image1.png"/><Relationship Id="rId10" Type="http://schemas.microsoft.com/office/2007/relationships/media" Target="../media/media9.m4a"/><Relationship Id="rId4" Type="http://schemas.microsoft.com/office/2007/relationships/media" Target="../media/media3.m4a"/><Relationship Id="rId9" Type="http://schemas.microsoft.com/office/2007/relationships/media" Target="../media/media8.m4a"/><Relationship Id="rId14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media" Target="../media/media14.m4a"/><Relationship Id="rId2" Type="http://schemas.microsoft.com/office/2007/relationships/media" Target="../media/media13.m4a"/><Relationship Id="rId1" Type="http://schemas.openxmlformats.org/officeDocument/2006/relationships/audio" Target="NULL" TargetMode="External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2.xml"/><Relationship Id="rId4" Type="http://schemas.microsoft.com/office/2007/relationships/media" Target="../media/media15.m4a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media" Target="../media/media22.m4a"/><Relationship Id="rId3" Type="http://schemas.microsoft.com/office/2007/relationships/media" Target="../media/media17.m4a"/><Relationship Id="rId7" Type="http://schemas.microsoft.com/office/2007/relationships/media" Target="../media/media21.m4a"/><Relationship Id="rId12" Type="http://schemas.openxmlformats.org/officeDocument/2006/relationships/image" Target="../media/image1.png"/><Relationship Id="rId2" Type="http://schemas.microsoft.com/office/2007/relationships/media" Target="../media/media16.m4a"/><Relationship Id="rId1" Type="http://schemas.openxmlformats.org/officeDocument/2006/relationships/audio" Target="NULL" TargetMode="External"/><Relationship Id="rId6" Type="http://schemas.microsoft.com/office/2007/relationships/media" Target="../media/media20.m4a"/><Relationship Id="rId11" Type="http://schemas.openxmlformats.org/officeDocument/2006/relationships/slideLayout" Target="../slideLayouts/slideLayout2.xml"/><Relationship Id="rId5" Type="http://schemas.microsoft.com/office/2007/relationships/media" Target="../media/media19.m4a"/><Relationship Id="rId10" Type="http://schemas.microsoft.com/office/2007/relationships/media" Target="../media/media23.m4a"/><Relationship Id="rId4" Type="http://schemas.microsoft.com/office/2007/relationships/media" Target="../media/media18.m4a"/><Relationship Id="rId9" Type="http://schemas.openxmlformats.org/officeDocument/2006/relationships/audio" Target="../media/media22.m4a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3" Type="http://schemas.microsoft.com/office/2007/relationships/media" Target="../media/media25.m4a"/><Relationship Id="rId7" Type="http://schemas.microsoft.com/office/2007/relationships/media" Target="../media/media29.m4a"/><Relationship Id="rId2" Type="http://schemas.microsoft.com/office/2007/relationships/media" Target="../media/media24.m4a"/><Relationship Id="rId1" Type="http://schemas.openxmlformats.org/officeDocument/2006/relationships/audio" Target="NULL" TargetMode="External"/><Relationship Id="rId6" Type="http://schemas.microsoft.com/office/2007/relationships/media" Target="../media/media28.m4a"/><Relationship Id="rId5" Type="http://schemas.microsoft.com/office/2007/relationships/media" Target="../media/media27.m4a"/><Relationship Id="rId4" Type="http://schemas.microsoft.com/office/2007/relationships/media" Target="../media/media26.m4a"/><Relationship Id="rId9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B758582-E948-4A01-938B-3699636FE282}"/>
              </a:ext>
            </a:extLst>
          </p:cNvPr>
          <p:cNvSpPr txBox="1"/>
          <p:nvPr/>
        </p:nvSpPr>
        <p:spPr>
          <a:xfrm>
            <a:off x="546268" y="1478237"/>
            <a:ext cx="16281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3600"/>
              </a:spcBef>
            </a:pPr>
            <a:r>
              <a:rPr lang="en-US" b="1" dirty="0" err="1"/>
              <a:t>আজ</a:t>
            </a:r>
            <a:endParaRPr lang="bn-IN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31EFD6F-414B-524D-B42E-4ABC7CD34062}"/>
              </a:ext>
            </a:extLst>
          </p:cNvPr>
          <p:cNvSpPr txBox="1"/>
          <p:nvPr/>
        </p:nvSpPr>
        <p:spPr>
          <a:xfrm>
            <a:off x="4446892" y="2891942"/>
            <a:ext cx="15710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3600"/>
              </a:spcBef>
            </a:pPr>
            <a:r>
              <a:rPr lang="en-US" b="1" dirty="0" err="1"/>
              <a:t>কাজ</a:t>
            </a:r>
            <a:endParaRPr lang="bn-IN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3824AB-9EAF-A1C8-DBC9-E0D9674B3F52}"/>
              </a:ext>
            </a:extLst>
          </p:cNvPr>
          <p:cNvSpPr txBox="1"/>
          <p:nvPr/>
        </p:nvSpPr>
        <p:spPr>
          <a:xfrm>
            <a:off x="4516764" y="1459591"/>
            <a:ext cx="14313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3600"/>
              </a:spcBef>
            </a:pPr>
            <a:r>
              <a:rPr lang="en-US" b="1" dirty="0" err="1"/>
              <a:t>খাই</a:t>
            </a:r>
            <a:endParaRPr lang="bn-IN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81A10C1-3B58-3AA3-FB7F-22B2862E5BDD}"/>
              </a:ext>
            </a:extLst>
          </p:cNvPr>
          <p:cNvSpPr txBox="1"/>
          <p:nvPr/>
        </p:nvSpPr>
        <p:spPr>
          <a:xfrm>
            <a:off x="2694717" y="2918467"/>
            <a:ext cx="14169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3600"/>
              </a:spcBef>
            </a:pPr>
            <a:r>
              <a:rPr lang="en-US" b="1" dirty="0" err="1"/>
              <a:t>গাই</a:t>
            </a:r>
            <a:endParaRPr lang="bn-IN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C8D50C6-9567-1FD3-76C6-E73B35B6CE5B}"/>
              </a:ext>
            </a:extLst>
          </p:cNvPr>
          <p:cNvSpPr txBox="1"/>
          <p:nvPr/>
        </p:nvSpPr>
        <p:spPr>
          <a:xfrm>
            <a:off x="2635858" y="1485745"/>
            <a:ext cx="16281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3600"/>
              </a:spcBef>
            </a:pPr>
            <a:r>
              <a:rPr lang="en-US" b="1" dirty="0" err="1"/>
              <a:t>টাক</a:t>
            </a:r>
            <a:endParaRPr lang="bn-IN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BD61E55-8D40-4AFE-A0E8-26561B5E23C2}"/>
              </a:ext>
            </a:extLst>
          </p:cNvPr>
          <p:cNvSpPr txBox="1"/>
          <p:nvPr/>
        </p:nvSpPr>
        <p:spPr>
          <a:xfrm>
            <a:off x="559243" y="2899576"/>
            <a:ext cx="16281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3600"/>
              </a:spcBef>
            </a:pPr>
            <a:r>
              <a:rPr lang="en-US" b="1" dirty="0" err="1"/>
              <a:t>ডাক</a:t>
            </a:r>
            <a:endParaRPr lang="bn-IN" b="1" dirty="0"/>
          </a:p>
        </p:txBody>
      </p:sp>
      <p:pic>
        <p:nvPicPr>
          <p:cNvPr id="13" name="Recorded Sound">
            <a:hlinkClick r:id="" action="ppaction://media"/>
            <a:extLst>
              <a:ext uri="{FF2B5EF4-FFF2-40B4-BE49-F238E27FC236}">
                <a16:creationId xmlns:a16="http://schemas.microsoft.com/office/drawing/2014/main" id="{9B4420FE-BF72-0772-245D-57F6E4576832}"/>
              </a:ext>
            </a:extLst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>
                  <p14:trim st="3890"/>
                </p14:media>
              </p:ext>
            </p:extLst>
          </p:nvPr>
        </p:nvPicPr>
        <p:blipFill>
          <a:blip r:embed="rId15"/>
          <a:stretch>
            <a:fillRect/>
          </a:stretch>
        </p:blipFill>
        <p:spPr>
          <a:xfrm>
            <a:off x="1295430" y="2387017"/>
            <a:ext cx="304800" cy="304800"/>
          </a:xfrm>
          <a:prstGeom prst="rect">
            <a:avLst/>
          </a:prstGeom>
        </p:spPr>
      </p:pic>
      <p:pic>
        <p:nvPicPr>
          <p:cNvPr id="14" name="Recorded Sound">
            <a:hlinkClick r:id="" action="ppaction://media"/>
            <a:extLst>
              <a:ext uri="{FF2B5EF4-FFF2-40B4-BE49-F238E27FC236}">
                <a16:creationId xmlns:a16="http://schemas.microsoft.com/office/drawing/2014/main" id="{AA2159C9-4B09-AA4F-BC83-9E7CE070ADC6}"/>
              </a:ext>
            </a:extLst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3">
                  <p14:trim st="5646"/>
                </p14:media>
              </p:ext>
            </p:extLst>
          </p:nvPr>
        </p:nvPicPr>
        <p:blipFill>
          <a:blip r:embed="rId15"/>
          <a:stretch>
            <a:fillRect/>
          </a:stretch>
        </p:blipFill>
        <p:spPr>
          <a:xfrm>
            <a:off x="5175405" y="3747660"/>
            <a:ext cx="304800" cy="304800"/>
          </a:xfrm>
          <a:prstGeom prst="rect">
            <a:avLst/>
          </a:prstGeom>
        </p:spPr>
      </p:pic>
      <p:pic>
        <p:nvPicPr>
          <p:cNvPr id="15" name="Recorded Sound">
            <a:hlinkClick r:id="" action="ppaction://media"/>
            <a:extLst>
              <a:ext uri="{FF2B5EF4-FFF2-40B4-BE49-F238E27FC236}">
                <a16:creationId xmlns:a16="http://schemas.microsoft.com/office/drawing/2014/main" id="{A1C25271-2B09-E398-AE0E-57649AF8C74E}"/>
              </a:ext>
            </a:extLst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4">
                  <p14:trim st="5387"/>
                </p14:media>
              </p:ext>
            </p:extLst>
          </p:nvPr>
        </p:nvPicPr>
        <p:blipFill>
          <a:blip r:embed="rId15"/>
          <a:stretch>
            <a:fillRect/>
          </a:stretch>
        </p:blipFill>
        <p:spPr>
          <a:xfrm>
            <a:off x="5116743" y="2335026"/>
            <a:ext cx="304800" cy="304800"/>
          </a:xfrm>
          <a:prstGeom prst="rect">
            <a:avLst/>
          </a:prstGeom>
        </p:spPr>
      </p:pic>
      <p:pic>
        <p:nvPicPr>
          <p:cNvPr id="17" name="Recorded Sound">
            <a:hlinkClick r:id="" action="ppaction://media"/>
            <a:extLst>
              <a:ext uri="{FF2B5EF4-FFF2-40B4-BE49-F238E27FC236}">
                <a16:creationId xmlns:a16="http://schemas.microsoft.com/office/drawing/2014/main" id="{F6EBD1E9-7802-8821-D5D6-AE03C3501863}"/>
              </a:ext>
            </a:extLst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5">
                  <p14:trim st="4932"/>
                </p14:media>
              </p:ext>
            </p:extLst>
          </p:nvPr>
        </p:nvPicPr>
        <p:blipFill>
          <a:blip r:embed="rId15"/>
          <a:stretch>
            <a:fillRect/>
          </a:stretch>
        </p:blipFill>
        <p:spPr>
          <a:xfrm>
            <a:off x="3321946" y="3795105"/>
            <a:ext cx="304800" cy="304800"/>
          </a:xfrm>
          <a:prstGeom prst="rect">
            <a:avLst/>
          </a:prstGeom>
        </p:spPr>
      </p:pic>
      <p:pic>
        <p:nvPicPr>
          <p:cNvPr id="18" name="Recorded Sound">
            <a:hlinkClick r:id="" action="ppaction://media"/>
            <a:extLst>
              <a:ext uri="{FF2B5EF4-FFF2-40B4-BE49-F238E27FC236}">
                <a16:creationId xmlns:a16="http://schemas.microsoft.com/office/drawing/2014/main" id="{6C3D378B-CC65-9682-DA3B-4E26CDE9020E}"/>
              </a:ext>
            </a:extLst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6">
                  <p14:trim st="5559"/>
                </p14:media>
              </p:ext>
            </p:extLst>
          </p:nvPr>
        </p:nvPicPr>
        <p:blipFill>
          <a:blip r:embed="rId15"/>
          <a:stretch>
            <a:fillRect/>
          </a:stretch>
        </p:blipFill>
        <p:spPr>
          <a:xfrm>
            <a:off x="3145146" y="2324019"/>
            <a:ext cx="304800" cy="304800"/>
          </a:xfrm>
          <a:prstGeom prst="rect">
            <a:avLst/>
          </a:prstGeom>
        </p:spPr>
      </p:pic>
      <p:pic>
        <p:nvPicPr>
          <p:cNvPr id="19" name="Recorded Sound">
            <a:hlinkClick r:id="" action="ppaction://media"/>
            <a:extLst>
              <a:ext uri="{FF2B5EF4-FFF2-40B4-BE49-F238E27FC236}">
                <a16:creationId xmlns:a16="http://schemas.microsoft.com/office/drawing/2014/main" id="{C4035750-4FE3-8429-81AC-8C9FDF9727F9}"/>
              </a:ext>
            </a:extLst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7">
                  <p14:trim st="5068"/>
                </p14:media>
              </p:ext>
            </p:extLst>
          </p:nvPr>
        </p:nvPicPr>
        <p:blipFill>
          <a:blip r:embed="rId15"/>
          <a:stretch>
            <a:fillRect/>
          </a:stretch>
        </p:blipFill>
        <p:spPr>
          <a:xfrm>
            <a:off x="1021346" y="3835562"/>
            <a:ext cx="304800" cy="3048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B758582-E948-4A01-938B-3699636FE282}"/>
              </a:ext>
            </a:extLst>
          </p:cNvPr>
          <p:cNvSpPr txBox="1"/>
          <p:nvPr/>
        </p:nvSpPr>
        <p:spPr>
          <a:xfrm>
            <a:off x="571882" y="4463633"/>
            <a:ext cx="17256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3600"/>
              </a:spcBef>
            </a:pPr>
            <a:r>
              <a:rPr lang="en-US" b="1" dirty="0" err="1"/>
              <a:t>ভাত</a:t>
            </a:r>
            <a:endParaRPr lang="bn-IN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74B6B09-862F-2406-B5CF-512EB73B9286}"/>
              </a:ext>
            </a:extLst>
          </p:cNvPr>
          <p:cNvSpPr txBox="1"/>
          <p:nvPr/>
        </p:nvSpPr>
        <p:spPr>
          <a:xfrm>
            <a:off x="2645205" y="4502344"/>
            <a:ext cx="15675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3600"/>
              </a:spcBef>
            </a:pPr>
            <a:r>
              <a:rPr lang="en-US" b="1" dirty="0" err="1"/>
              <a:t>মাছ</a:t>
            </a:r>
            <a:endParaRPr lang="bn-IN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93824AB-9EAF-A1C8-DBC9-E0D9674B3F52}"/>
              </a:ext>
            </a:extLst>
          </p:cNvPr>
          <p:cNvSpPr txBox="1"/>
          <p:nvPr/>
        </p:nvSpPr>
        <p:spPr>
          <a:xfrm>
            <a:off x="4548353" y="4357394"/>
            <a:ext cx="14415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3600"/>
              </a:spcBef>
            </a:pPr>
            <a:r>
              <a:rPr lang="en-US" b="1" dirty="0" err="1"/>
              <a:t>নাক</a:t>
            </a:r>
            <a:endParaRPr lang="bn-IN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C8D50C6-9567-1FD3-76C6-E73B35B6CE5B}"/>
              </a:ext>
            </a:extLst>
          </p:cNvPr>
          <p:cNvSpPr txBox="1"/>
          <p:nvPr/>
        </p:nvSpPr>
        <p:spPr>
          <a:xfrm>
            <a:off x="559243" y="6109715"/>
            <a:ext cx="16408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3600"/>
              </a:spcBef>
            </a:pPr>
            <a:r>
              <a:rPr lang="en-US" b="1" dirty="0" err="1">
                <a:solidFill>
                  <a:schemeClr val="accent2">
                    <a:lumMod val="75000"/>
                  </a:schemeClr>
                </a:solidFill>
              </a:rPr>
              <a:t>ভাল</a:t>
            </a:r>
            <a:endParaRPr lang="bn-IN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81A10C1-3B58-3AA3-FB7F-22B2862E5BDD}"/>
              </a:ext>
            </a:extLst>
          </p:cNvPr>
          <p:cNvSpPr txBox="1"/>
          <p:nvPr/>
        </p:nvSpPr>
        <p:spPr>
          <a:xfrm>
            <a:off x="2497514" y="6167458"/>
            <a:ext cx="15518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3600"/>
              </a:spcBef>
            </a:pPr>
            <a:r>
              <a:rPr lang="en-US" b="1" dirty="0" err="1"/>
              <a:t>চাল</a:t>
            </a:r>
            <a:endParaRPr lang="bn-IN" b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BD61E55-8D40-4AFE-A0E8-26561B5E23C2}"/>
              </a:ext>
            </a:extLst>
          </p:cNvPr>
          <p:cNvSpPr txBox="1"/>
          <p:nvPr/>
        </p:nvSpPr>
        <p:spPr>
          <a:xfrm>
            <a:off x="4490089" y="6167457"/>
            <a:ext cx="14442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3600"/>
              </a:spcBef>
            </a:pPr>
            <a:r>
              <a:rPr lang="en-US" b="1" dirty="0" err="1"/>
              <a:t>চাঁদ</a:t>
            </a:r>
            <a:endParaRPr lang="bn-IN" b="1" dirty="0"/>
          </a:p>
        </p:txBody>
      </p:sp>
      <p:pic>
        <p:nvPicPr>
          <p:cNvPr id="20" name="Recorded Sound">
            <a:hlinkClick r:id="" action="ppaction://media"/>
            <a:extLst>
              <a:ext uri="{FF2B5EF4-FFF2-40B4-BE49-F238E27FC236}">
                <a16:creationId xmlns:a16="http://schemas.microsoft.com/office/drawing/2014/main" id="{C8792EDD-21C5-7618-42D6-EEBCA0662BC5}"/>
              </a:ext>
            </a:extLst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8">
                  <p14:trim st="4533"/>
                </p14:media>
              </p:ext>
            </p:extLst>
          </p:nvPr>
        </p:nvPicPr>
        <p:blipFill>
          <a:blip r:embed="rId15"/>
          <a:stretch>
            <a:fillRect/>
          </a:stretch>
        </p:blipFill>
        <p:spPr>
          <a:xfrm>
            <a:off x="1021346" y="5586780"/>
            <a:ext cx="304800" cy="304800"/>
          </a:xfrm>
          <a:prstGeom prst="rect">
            <a:avLst/>
          </a:prstGeom>
        </p:spPr>
      </p:pic>
      <p:pic>
        <p:nvPicPr>
          <p:cNvPr id="21" name="Recorded Sound">
            <a:hlinkClick r:id="" action="ppaction://media"/>
            <a:extLst>
              <a:ext uri="{FF2B5EF4-FFF2-40B4-BE49-F238E27FC236}">
                <a16:creationId xmlns:a16="http://schemas.microsoft.com/office/drawing/2014/main" id="{205345AD-6DA8-82B2-42A5-E98F85C31098}"/>
              </a:ext>
            </a:extLst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9">
                  <p14:trim st="4594"/>
                </p14:media>
              </p:ext>
            </p:extLst>
          </p:nvPr>
        </p:nvPicPr>
        <p:blipFill>
          <a:blip r:embed="rId15"/>
          <a:stretch>
            <a:fillRect/>
          </a:stretch>
        </p:blipFill>
        <p:spPr>
          <a:xfrm>
            <a:off x="3266631" y="5557723"/>
            <a:ext cx="304800" cy="304800"/>
          </a:xfrm>
          <a:prstGeom prst="rect">
            <a:avLst/>
          </a:prstGeom>
        </p:spPr>
      </p:pic>
      <p:pic>
        <p:nvPicPr>
          <p:cNvPr id="22" name="Recorded Sound">
            <a:hlinkClick r:id="" action="ppaction://media"/>
            <a:extLst>
              <a:ext uri="{FF2B5EF4-FFF2-40B4-BE49-F238E27FC236}">
                <a16:creationId xmlns:a16="http://schemas.microsoft.com/office/drawing/2014/main" id="{3908D879-5876-738B-FA9F-6317F1C9D06A}"/>
              </a:ext>
            </a:extLst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10">
                  <p14:trim st="4187"/>
                </p14:media>
              </p:ext>
            </p:extLst>
          </p:nvPr>
        </p:nvPicPr>
        <p:blipFill>
          <a:blip r:embed="rId15"/>
          <a:stretch>
            <a:fillRect/>
          </a:stretch>
        </p:blipFill>
        <p:spPr>
          <a:xfrm>
            <a:off x="5150169" y="5527481"/>
            <a:ext cx="304800" cy="304800"/>
          </a:xfrm>
          <a:prstGeom prst="rect">
            <a:avLst/>
          </a:prstGeom>
        </p:spPr>
      </p:pic>
      <p:pic>
        <p:nvPicPr>
          <p:cNvPr id="23" name="Recorded Sound">
            <a:hlinkClick r:id="" action="ppaction://media"/>
            <a:extLst>
              <a:ext uri="{FF2B5EF4-FFF2-40B4-BE49-F238E27FC236}">
                <a16:creationId xmlns:a16="http://schemas.microsoft.com/office/drawing/2014/main" id="{309B625F-65C4-C25C-191E-BFE003C54CEA}"/>
              </a:ext>
            </a:extLst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11">
                  <p14:trim st="3996"/>
                </p14:media>
              </p:ext>
            </p:extLst>
          </p:nvPr>
        </p:nvPicPr>
        <p:blipFill>
          <a:blip r:embed="rId15"/>
          <a:stretch>
            <a:fillRect/>
          </a:stretch>
        </p:blipFill>
        <p:spPr>
          <a:xfrm>
            <a:off x="2982460" y="7223379"/>
            <a:ext cx="304800" cy="304800"/>
          </a:xfrm>
          <a:prstGeom prst="rect">
            <a:avLst/>
          </a:prstGeom>
        </p:spPr>
      </p:pic>
      <p:pic>
        <p:nvPicPr>
          <p:cNvPr id="24" name="Recorded Sound">
            <a:hlinkClick r:id="" action="ppaction://media"/>
            <a:extLst>
              <a:ext uri="{FF2B5EF4-FFF2-40B4-BE49-F238E27FC236}">
                <a16:creationId xmlns:a16="http://schemas.microsoft.com/office/drawing/2014/main" id="{63E56DB8-6D92-5C29-2E4E-9DFF739EBE42}"/>
              </a:ext>
            </a:extLst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12">
                  <p14:trim st="4180"/>
                </p14:media>
              </p:ext>
            </p:extLst>
          </p:nvPr>
        </p:nvPicPr>
        <p:blipFill>
          <a:blip r:embed="rId15"/>
          <a:stretch>
            <a:fillRect/>
          </a:stretch>
        </p:blipFill>
        <p:spPr>
          <a:xfrm>
            <a:off x="1081169" y="7223379"/>
            <a:ext cx="304800" cy="304800"/>
          </a:xfrm>
          <a:prstGeom prst="rect">
            <a:avLst/>
          </a:prstGeom>
        </p:spPr>
      </p:pic>
      <p:pic>
        <p:nvPicPr>
          <p:cNvPr id="25" name="Recorded Sound">
            <a:hlinkClick r:id="" action="ppaction://media"/>
            <a:extLst>
              <a:ext uri="{FF2B5EF4-FFF2-40B4-BE49-F238E27FC236}">
                <a16:creationId xmlns:a16="http://schemas.microsoft.com/office/drawing/2014/main" id="{14792695-0B5F-D1C7-EE16-2753B1725F71}"/>
              </a:ext>
            </a:extLst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13">
                  <p14:trim st="7848"/>
                </p14:media>
              </p:ext>
            </p:extLst>
          </p:nvPr>
        </p:nvPicPr>
        <p:blipFill>
          <a:blip r:embed="rId15"/>
          <a:stretch>
            <a:fillRect/>
          </a:stretch>
        </p:blipFill>
        <p:spPr>
          <a:xfrm>
            <a:off x="5008488" y="7142609"/>
            <a:ext cx="304800" cy="304800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9E2CB163-340C-B40A-A211-1E1E7E0394B1}"/>
              </a:ext>
            </a:extLst>
          </p:cNvPr>
          <p:cNvSpPr txBox="1"/>
          <p:nvPr/>
        </p:nvSpPr>
        <p:spPr>
          <a:xfrm>
            <a:off x="2570537" y="189963"/>
            <a:ext cx="776175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Quiz 5</a:t>
            </a:r>
          </a:p>
        </p:txBody>
      </p:sp>
    </p:spTree>
    <p:extLst>
      <p:ext uri="{BB962C8B-B14F-4D97-AF65-F5344CB8AC3E}">
        <p14:creationId xmlns:p14="http://schemas.microsoft.com/office/powerpoint/2010/main" val="15582733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238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2797" fill="hold"/>
                                        <p:tgtEl>
                                          <p:spTgt spid="1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4" dur="2146" fill="hold"/>
                                        <p:tgtEl>
                                          <p:spTgt spid="1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8" dur="1762" fill="hold"/>
                                        <p:tgtEl>
                                          <p:spTgt spid="1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2" dur="1917" fill="hold"/>
                                        <p:tgtEl>
                                          <p:spTgt spid="1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6" dur="1542" fill="hold"/>
                                        <p:tgtEl>
                                          <p:spTgt spid="1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30" dur="1261" fill="hold"/>
                                        <p:tgtEl>
                                          <p:spTgt spid="2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34" dur="1167" fill="hold"/>
                                        <p:tgtEl>
                                          <p:spTgt spid="2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38" dur="994" fill="hold"/>
                                        <p:tgtEl>
                                          <p:spTgt spid="2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42" dur="1054" fill="hold"/>
                                        <p:tgtEl>
                                          <p:spTgt spid="2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46" dur="2393" fill="hold"/>
                                        <p:tgtEl>
                                          <p:spTgt spid="2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50" dur="1565" fill="hold"/>
                                        <p:tgtEl>
                                          <p:spTgt spid="2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5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3"/>
                </p:tgtEl>
              </p:cMediaNode>
            </p:audio>
            <p:audio>
              <p:cMediaNode vol="80000">
                <p:cTn id="5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4"/>
                </p:tgtEl>
              </p:cMediaNode>
            </p:audio>
            <p:audio>
              <p:cMediaNode vol="80000">
                <p:cTn id="5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5"/>
                </p:tgtEl>
              </p:cMediaNode>
            </p:audio>
            <p:audio>
              <p:cMediaNode vol="80000">
                <p:cTn id="54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7"/>
                </p:tgtEl>
              </p:cMediaNode>
            </p:audio>
            <p:audio>
              <p:cMediaNode vol="80000">
                <p:cTn id="55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8"/>
                </p:tgtEl>
              </p:cMediaNode>
            </p:audio>
            <p:audio>
              <p:cMediaNode vol="80000">
                <p:cTn id="56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9"/>
                </p:tgtEl>
              </p:cMediaNode>
            </p:audio>
            <p:audio>
              <p:cMediaNode vol="80000">
                <p:cTn id="5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0"/>
                </p:tgtEl>
              </p:cMediaNode>
            </p:audio>
            <p:audio>
              <p:cMediaNode vol="80000">
                <p:cTn id="58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1"/>
                </p:tgtEl>
              </p:cMediaNode>
            </p:audio>
            <p:audio>
              <p:cMediaNode vol="80000">
                <p:cTn id="5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2"/>
                </p:tgtEl>
              </p:cMediaNode>
            </p:audio>
            <p:audio>
              <p:cMediaNode vol="80000">
                <p:cTn id="6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3"/>
                </p:tgtEl>
              </p:cMediaNode>
            </p:audio>
            <p:audio>
              <p:cMediaNode vol="80000">
                <p:cTn id="6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4"/>
                </p:tgtEl>
              </p:cMediaNode>
            </p:audio>
            <p:audio>
              <p:cMediaNode vol="80000">
                <p:cTn id="6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5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31EFD6F-414B-524D-B42E-4ABC7CD34062}"/>
              </a:ext>
            </a:extLst>
          </p:cNvPr>
          <p:cNvSpPr txBox="1"/>
          <p:nvPr/>
        </p:nvSpPr>
        <p:spPr>
          <a:xfrm>
            <a:off x="2774970" y="809690"/>
            <a:ext cx="15728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3600"/>
              </a:spcBef>
            </a:pPr>
            <a:r>
              <a:rPr lang="en-US" b="1" dirty="0" err="1"/>
              <a:t>কান</a:t>
            </a:r>
            <a:endParaRPr lang="bn-IN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3824AB-9EAF-A1C8-DBC9-E0D9674B3F52}"/>
              </a:ext>
            </a:extLst>
          </p:cNvPr>
          <p:cNvSpPr txBox="1"/>
          <p:nvPr/>
        </p:nvSpPr>
        <p:spPr>
          <a:xfrm>
            <a:off x="517077" y="956927"/>
            <a:ext cx="1491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3600"/>
              </a:spcBef>
            </a:pPr>
            <a:r>
              <a:rPr lang="en-US" b="1" dirty="0" err="1"/>
              <a:t>পাই</a:t>
            </a:r>
            <a:endParaRPr lang="bn-IN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81A10C1-3B58-3AA3-FB7F-22B2862E5BDD}"/>
              </a:ext>
            </a:extLst>
          </p:cNvPr>
          <p:cNvSpPr txBox="1"/>
          <p:nvPr/>
        </p:nvSpPr>
        <p:spPr>
          <a:xfrm>
            <a:off x="4915574" y="758632"/>
            <a:ext cx="15728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3600"/>
              </a:spcBef>
            </a:pPr>
            <a:r>
              <a:rPr lang="en-US" b="1" dirty="0" err="1"/>
              <a:t>আর</a:t>
            </a:r>
            <a:endParaRPr lang="bn-IN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C8D50C6-9567-1FD3-76C6-E73B35B6CE5B}"/>
              </a:ext>
            </a:extLst>
          </p:cNvPr>
          <p:cNvSpPr txBox="1"/>
          <p:nvPr/>
        </p:nvSpPr>
        <p:spPr>
          <a:xfrm>
            <a:off x="535767" y="2467867"/>
            <a:ext cx="1709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3600"/>
              </a:spcBef>
            </a:pPr>
            <a:r>
              <a:rPr lang="en-US" b="1" dirty="0" err="1"/>
              <a:t>কাঠ</a:t>
            </a:r>
            <a:endParaRPr lang="bn-IN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BD61E55-8D40-4AFE-A0E8-26561B5E23C2}"/>
              </a:ext>
            </a:extLst>
          </p:cNvPr>
          <p:cNvSpPr txBox="1"/>
          <p:nvPr/>
        </p:nvSpPr>
        <p:spPr>
          <a:xfrm>
            <a:off x="2835420" y="2467866"/>
            <a:ext cx="15728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3600"/>
              </a:spcBef>
            </a:pPr>
            <a:r>
              <a:rPr lang="en-US" b="1" dirty="0" err="1"/>
              <a:t>ঝাল</a:t>
            </a:r>
            <a:endParaRPr lang="bn-IN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57147E8-B410-7720-994A-96EBB39515F5}"/>
              </a:ext>
            </a:extLst>
          </p:cNvPr>
          <p:cNvSpPr txBox="1"/>
          <p:nvPr/>
        </p:nvSpPr>
        <p:spPr>
          <a:xfrm>
            <a:off x="2797945" y="4198982"/>
            <a:ext cx="16717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3600"/>
              </a:spcBef>
            </a:pPr>
            <a:r>
              <a:rPr lang="en-US" b="1" dirty="0" err="1"/>
              <a:t>জাল</a:t>
            </a:r>
            <a:endParaRPr lang="bn-IN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31EFD6F-414B-524D-B42E-4ABC7CD34062}"/>
              </a:ext>
            </a:extLst>
          </p:cNvPr>
          <p:cNvSpPr txBox="1"/>
          <p:nvPr/>
        </p:nvSpPr>
        <p:spPr>
          <a:xfrm>
            <a:off x="4994013" y="2467866"/>
            <a:ext cx="15053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3600"/>
              </a:spcBef>
            </a:pPr>
            <a:r>
              <a:rPr lang="en-US" b="1" dirty="0" err="1"/>
              <a:t>গাছ</a:t>
            </a:r>
            <a:endParaRPr lang="bn-IN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93824AB-9EAF-A1C8-DBC9-E0D9674B3F52}"/>
              </a:ext>
            </a:extLst>
          </p:cNvPr>
          <p:cNvSpPr txBox="1"/>
          <p:nvPr/>
        </p:nvSpPr>
        <p:spPr>
          <a:xfrm>
            <a:off x="535767" y="4168134"/>
            <a:ext cx="25873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3600"/>
              </a:spcBef>
            </a:pPr>
            <a:r>
              <a:rPr lang="en-US" b="1" dirty="0" err="1"/>
              <a:t>থাক</a:t>
            </a:r>
            <a:endParaRPr lang="bn-IN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C8D50C6-9567-1FD3-76C6-E73B35B6CE5B}"/>
              </a:ext>
            </a:extLst>
          </p:cNvPr>
          <p:cNvSpPr txBox="1"/>
          <p:nvPr/>
        </p:nvSpPr>
        <p:spPr>
          <a:xfrm>
            <a:off x="644818" y="6080496"/>
            <a:ext cx="1709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3600"/>
              </a:spcBef>
            </a:pPr>
            <a:r>
              <a:rPr lang="en-US" b="1" dirty="0" err="1"/>
              <a:t>ভাই</a:t>
            </a:r>
            <a:endParaRPr lang="bn-IN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BD61E55-8D40-4AFE-A0E8-26561B5E23C2}"/>
              </a:ext>
            </a:extLst>
          </p:cNvPr>
          <p:cNvSpPr txBox="1"/>
          <p:nvPr/>
        </p:nvSpPr>
        <p:spPr>
          <a:xfrm>
            <a:off x="4833451" y="4229102"/>
            <a:ext cx="18265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3600"/>
              </a:spcBef>
            </a:pPr>
            <a:r>
              <a:rPr lang="en-US" b="1" dirty="0" err="1"/>
              <a:t>ফাঁক</a:t>
            </a:r>
            <a:endParaRPr lang="bn-IN" b="1" dirty="0"/>
          </a:p>
        </p:txBody>
      </p:sp>
      <p:pic>
        <p:nvPicPr>
          <p:cNvPr id="14" name="New Recording 223">
            <a:hlinkClick r:id="" action="ppaction://media"/>
            <a:extLst>
              <a:ext uri="{FF2B5EF4-FFF2-40B4-BE49-F238E27FC236}">
                <a16:creationId xmlns:a16="http://schemas.microsoft.com/office/drawing/2014/main" id="{48D705DE-3ECC-8508-7BE0-18572D875FE4}"/>
              </a:ext>
            </a:extLst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>
                  <p14:trim st="6400" end="24450.6875"/>
                </p14:media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5486281" y="2069025"/>
            <a:ext cx="304800" cy="304800"/>
          </a:xfrm>
          <a:prstGeom prst="rect">
            <a:avLst/>
          </a:prstGeom>
        </p:spPr>
      </p:pic>
      <p:pic>
        <p:nvPicPr>
          <p:cNvPr id="15" name="New Recording 224">
            <a:hlinkClick r:id="" action="ppaction://media"/>
            <a:extLst>
              <a:ext uri="{FF2B5EF4-FFF2-40B4-BE49-F238E27FC236}">
                <a16:creationId xmlns:a16="http://schemas.microsoft.com/office/drawing/2014/main" id="{0FA831CB-C86B-A340-66CA-63EBF1C58F70}"/>
              </a:ext>
            </a:extLst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3">
                  <p14:trim st="3204" end="800.4375"/>
                </p14:media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5644353" y="5246911"/>
            <a:ext cx="304800" cy="304800"/>
          </a:xfrm>
          <a:prstGeom prst="rect">
            <a:avLst/>
          </a:prstGeom>
        </p:spPr>
      </p:pic>
      <p:pic>
        <p:nvPicPr>
          <p:cNvPr id="16" name="New Recording 224">
            <a:hlinkClick r:id="" action="ppaction://media"/>
            <a:extLst>
              <a:ext uri="{FF2B5EF4-FFF2-40B4-BE49-F238E27FC236}">
                <a16:creationId xmlns:a16="http://schemas.microsoft.com/office/drawing/2014/main" id="{0DAE1DD6-07CA-8EDB-DE2C-AAE187462594}"/>
              </a:ext>
            </a:extLst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3">
                  <p14:trim st="378" end="3444.4375"/>
                </p14:media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238057" y="7182581"/>
            <a:ext cx="304800" cy="304800"/>
          </a:xfrm>
          <a:prstGeom prst="rect">
            <a:avLst/>
          </a:prstGeom>
        </p:spPr>
      </p:pic>
      <p:pic>
        <p:nvPicPr>
          <p:cNvPr id="17" name="New Recording 223">
            <a:hlinkClick r:id="" action="ppaction://media"/>
            <a:extLst>
              <a:ext uri="{FF2B5EF4-FFF2-40B4-BE49-F238E27FC236}">
                <a16:creationId xmlns:a16="http://schemas.microsoft.com/office/drawing/2014/main" id="{4D260877-D3A5-C336-DD5B-6E87C363FE33}"/>
              </a:ext>
            </a:extLst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>
                  <p14:trim end="30850.6875"/>
                </p14:media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3329020" y="2034615"/>
            <a:ext cx="304800" cy="304800"/>
          </a:xfrm>
          <a:prstGeom prst="rect">
            <a:avLst/>
          </a:prstGeom>
        </p:spPr>
      </p:pic>
      <p:pic>
        <p:nvPicPr>
          <p:cNvPr id="18" name="New Recording 223">
            <a:hlinkClick r:id="" action="ppaction://media"/>
            <a:extLst>
              <a:ext uri="{FF2B5EF4-FFF2-40B4-BE49-F238E27FC236}">
                <a16:creationId xmlns:a16="http://schemas.microsoft.com/office/drawing/2014/main" id="{BF290526-96A4-5623-923E-9B6F1B8B08CA}"/>
              </a:ext>
            </a:extLst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>
                  <p14:trim st="3400" end="27247.6875"/>
                </p14:media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10317" y="1964915"/>
            <a:ext cx="304800" cy="304800"/>
          </a:xfrm>
          <a:prstGeom prst="rect">
            <a:avLst/>
          </a:prstGeom>
        </p:spPr>
      </p:pic>
      <p:pic>
        <p:nvPicPr>
          <p:cNvPr id="20" name="New Recording 223">
            <a:hlinkClick r:id="" action="ppaction://media"/>
            <a:extLst>
              <a:ext uri="{FF2B5EF4-FFF2-40B4-BE49-F238E27FC236}">
                <a16:creationId xmlns:a16="http://schemas.microsoft.com/office/drawing/2014/main" id="{6A581CBB-6C5D-2C2B-8EC7-B2523E9AA3BC}"/>
              </a:ext>
            </a:extLst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>
                  <p14:trim st="9480" end="21476.6875"/>
                </p14:media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085657" y="3467030"/>
            <a:ext cx="304800" cy="304800"/>
          </a:xfrm>
          <a:prstGeom prst="rect">
            <a:avLst/>
          </a:prstGeom>
        </p:spPr>
      </p:pic>
      <p:pic>
        <p:nvPicPr>
          <p:cNvPr id="21" name="New Recording 223">
            <a:hlinkClick r:id="" action="ppaction://media"/>
            <a:extLst>
              <a:ext uri="{FF2B5EF4-FFF2-40B4-BE49-F238E27FC236}">
                <a16:creationId xmlns:a16="http://schemas.microsoft.com/office/drawing/2014/main" id="{7311C4D6-22FE-A508-9EE7-18DBD09506AD}"/>
              </a:ext>
            </a:extLst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>
                  <p14:trim st="12600" end="18034.6875"/>
                </p14:media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3363349" y="3460964"/>
            <a:ext cx="304800" cy="304800"/>
          </a:xfrm>
          <a:prstGeom prst="rect">
            <a:avLst/>
          </a:prstGeom>
        </p:spPr>
      </p:pic>
      <p:pic>
        <p:nvPicPr>
          <p:cNvPr id="22" name="New Recording 223">
            <a:hlinkClick r:id="" action="ppaction://media"/>
            <a:extLst>
              <a:ext uri="{FF2B5EF4-FFF2-40B4-BE49-F238E27FC236}">
                <a16:creationId xmlns:a16="http://schemas.microsoft.com/office/drawing/2014/main" id="{9D196545-440C-8275-C438-4A7A8899066C}"/>
              </a:ext>
            </a:extLst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>
                  <p14:trim st="15600" end="15060.6875"/>
                </p14:media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5483782" y="3415398"/>
            <a:ext cx="304800" cy="304800"/>
          </a:xfrm>
          <a:prstGeom prst="rect">
            <a:avLst/>
          </a:prstGeom>
        </p:spPr>
      </p:pic>
      <p:pic>
        <p:nvPicPr>
          <p:cNvPr id="23" name="New Recording 223">
            <a:hlinkClick r:id="" action="ppaction://media"/>
            <a:extLst>
              <a:ext uri="{FF2B5EF4-FFF2-40B4-BE49-F238E27FC236}">
                <a16:creationId xmlns:a16="http://schemas.microsoft.com/office/drawing/2014/main" id="{060F690C-1BD5-15F1-3D9C-9599D3D17D74}"/>
              </a:ext>
            </a:extLst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>
                  <p14:trim st="18961" end="11785.6875"/>
                </p14:media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10317" y="5231487"/>
            <a:ext cx="304800" cy="304800"/>
          </a:xfrm>
          <a:prstGeom prst="rect">
            <a:avLst/>
          </a:prstGeom>
        </p:spPr>
      </p:pic>
      <p:pic>
        <p:nvPicPr>
          <p:cNvPr id="24" name="New Recording 223">
            <a:hlinkClick r:id="" action="ppaction://media"/>
            <a:extLst>
              <a:ext uri="{FF2B5EF4-FFF2-40B4-BE49-F238E27FC236}">
                <a16:creationId xmlns:a16="http://schemas.microsoft.com/office/drawing/2014/main" id="{7317708D-5C30-0317-8F12-5000EBC36CD1}"/>
              </a:ext>
            </a:extLst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>
                  <p14:trim st="21925" end="8500.6875"/>
                </p14:media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3357307" y="5216063"/>
            <a:ext cx="304800" cy="304800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EA42494B-498F-9718-E731-5444FA54C2CC}"/>
              </a:ext>
            </a:extLst>
          </p:cNvPr>
          <p:cNvSpPr txBox="1"/>
          <p:nvPr/>
        </p:nvSpPr>
        <p:spPr>
          <a:xfrm>
            <a:off x="2760314" y="6080496"/>
            <a:ext cx="1709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3600"/>
              </a:spcBef>
            </a:pPr>
            <a:r>
              <a:rPr lang="en-US" b="1" dirty="0" err="1"/>
              <a:t>মাঠ</a:t>
            </a:r>
            <a:endParaRPr lang="bn-IN" b="1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02E8454-9AE8-53E1-3335-2E6477DE0F2E}"/>
              </a:ext>
            </a:extLst>
          </p:cNvPr>
          <p:cNvSpPr txBox="1"/>
          <p:nvPr/>
        </p:nvSpPr>
        <p:spPr>
          <a:xfrm>
            <a:off x="4875810" y="6080496"/>
            <a:ext cx="1709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3600"/>
              </a:spcBef>
            </a:pPr>
            <a:r>
              <a:rPr lang="en-US" b="1" dirty="0" err="1"/>
              <a:t>গান</a:t>
            </a:r>
            <a:endParaRPr lang="bn-IN" b="1" dirty="0"/>
          </a:p>
        </p:txBody>
      </p:sp>
      <p:pic>
        <p:nvPicPr>
          <p:cNvPr id="27" name="New Recording 225">
            <a:hlinkClick r:id="" action="ppaction://media"/>
            <a:extLst>
              <a:ext uri="{FF2B5EF4-FFF2-40B4-BE49-F238E27FC236}">
                <a16:creationId xmlns:a16="http://schemas.microsoft.com/office/drawing/2014/main" id="{0B9FC060-4ECB-96D2-27F7-07C1B0B2A961}"/>
              </a:ext>
            </a:extLst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4">
                  <p14:trim st="2393" end="264.1875"/>
                </p14:media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5315143" y="7128425"/>
            <a:ext cx="304800" cy="304800"/>
          </a:xfrm>
          <a:prstGeom prst="rect">
            <a:avLst/>
          </a:prstGeom>
        </p:spPr>
      </p:pic>
      <p:pic>
        <p:nvPicPr>
          <p:cNvPr id="28" name="New Recording 225">
            <a:hlinkClick r:id="" action="ppaction://media"/>
            <a:extLst>
              <a:ext uri="{FF2B5EF4-FFF2-40B4-BE49-F238E27FC236}">
                <a16:creationId xmlns:a16="http://schemas.microsoft.com/office/drawing/2014/main" id="{5D64EAE2-1A89-FDC0-AA2A-210549EB707A}"/>
              </a:ext>
            </a:extLst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4">
                  <p14:trim st="122" end="2545.1875"/>
                </p14:media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3462604" y="7109199"/>
            <a:ext cx="304800" cy="3048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BCC3D5D-6F06-4C2B-39A3-E5EA14009EB8}"/>
              </a:ext>
            </a:extLst>
          </p:cNvPr>
          <p:cNvSpPr txBox="1"/>
          <p:nvPr/>
        </p:nvSpPr>
        <p:spPr>
          <a:xfrm>
            <a:off x="2583196" y="38175"/>
            <a:ext cx="776175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Quiz 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62F90A7-FFD1-FAB9-38B5-61DF875D4CDD}"/>
              </a:ext>
            </a:extLst>
          </p:cNvPr>
          <p:cNvSpPr txBox="1"/>
          <p:nvPr/>
        </p:nvSpPr>
        <p:spPr>
          <a:xfrm>
            <a:off x="831954" y="8431967"/>
            <a:ext cx="15680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Lesson 4 and 5</a:t>
            </a:r>
          </a:p>
        </p:txBody>
      </p:sp>
    </p:spTree>
    <p:extLst>
      <p:ext uri="{BB962C8B-B14F-4D97-AF65-F5344CB8AC3E}">
        <p14:creationId xmlns:p14="http://schemas.microsoft.com/office/powerpoint/2010/main" val="28266878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746" fill="hold"/>
                                        <p:tgtEl>
                                          <p:spTgt spid="1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978" fill="hold"/>
                                        <p:tgtEl>
                                          <p:spTgt spid="1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4" dur="1160" fill="hold"/>
                                        <p:tgtEl>
                                          <p:spTgt spid="1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8" dur="2746" fill="hold"/>
                                        <p:tgtEl>
                                          <p:spTgt spid="1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2" dur="2949" fill="hold"/>
                                        <p:tgtEl>
                                          <p:spTgt spid="1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6" dur="2640" fill="hold"/>
                                        <p:tgtEl>
                                          <p:spTgt spid="2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30" dur="2962" fill="hold"/>
                                        <p:tgtEl>
                                          <p:spTgt spid="2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34" dur="2936" fill="hold"/>
                                        <p:tgtEl>
                                          <p:spTgt spid="2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38" dur="2850" fill="hold"/>
                                        <p:tgtEl>
                                          <p:spTgt spid="2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42" dur="3171" fill="hold"/>
                                        <p:tgtEl>
                                          <p:spTgt spid="2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46" dur="1068" fill="hold"/>
                                        <p:tgtEl>
                                          <p:spTgt spid="2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50" dur="1058" fill="hold"/>
                                        <p:tgtEl>
                                          <p:spTgt spid="2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5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4"/>
                </p:tgtEl>
              </p:cMediaNode>
            </p:audio>
            <p:audio>
              <p:cMediaNode vol="80000">
                <p:cTn id="5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5"/>
                </p:tgtEl>
              </p:cMediaNode>
            </p:audio>
            <p:audio>
              <p:cMediaNode vol="80000">
                <p:cTn id="5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6"/>
                </p:tgtEl>
              </p:cMediaNode>
            </p:audio>
            <p:audio>
              <p:cMediaNode vol="80000">
                <p:cTn id="54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7"/>
                </p:tgtEl>
              </p:cMediaNode>
            </p:audio>
            <p:audio>
              <p:cMediaNode vol="80000">
                <p:cTn id="55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8"/>
                </p:tgtEl>
              </p:cMediaNode>
            </p:audio>
            <p:audio>
              <p:cMediaNode vol="80000">
                <p:cTn id="56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0"/>
                </p:tgtEl>
              </p:cMediaNode>
            </p:audio>
            <p:audio>
              <p:cMediaNode vol="80000">
                <p:cTn id="5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1"/>
                </p:tgtEl>
              </p:cMediaNode>
            </p:audio>
            <p:audio>
              <p:cMediaNode vol="80000">
                <p:cTn id="58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2"/>
                </p:tgtEl>
              </p:cMediaNode>
            </p:audio>
            <p:audio>
              <p:cMediaNode vol="80000">
                <p:cTn id="5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3"/>
                </p:tgtEl>
              </p:cMediaNode>
            </p:audio>
            <p:audio>
              <p:cMediaNode vol="80000">
                <p:cTn id="6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4"/>
                </p:tgtEl>
              </p:cMediaNode>
            </p:audio>
            <p:audio>
              <p:cMediaNode vol="80000">
                <p:cTn id="6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7"/>
                </p:tgtEl>
              </p:cMediaNode>
            </p:audio>
            <p:audio>
              <p:cMediaNode vol="80000">
                <p:cTn id="6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8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aper with writing on it&#10;&#10;Description automatically generated">
            <a:extLst>
              <a:ext uri="{FF2B5EF4-FFF2-40B4-BE49-F238E27FC236}">
                <a16:creationId xmlns:a16="http://schemas.microsoft.com/office/drawing/2014/main" id="{B1062DF2-BC50-B537-2D3B-8B19E56D99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-1143000" y="114300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79171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B758582-E948-4A01-938B-3699636FE282}"/>
              </a:ext>
            </a:extLst>
          </p:cNvPr>
          <p:cNvSpPr txBox="1"/>
          <p:nvPr/>
        </p:nvSpPr>
        <p:spPr>
          <a:xfrm>
            <a:off x="605569" y="1365444"/>
            <a:ext cx="16806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3600"/>
              </a:spcBef>
            </a:pPr>
            <a:r>
              <a:rPr lang="en-US" b="1" dirty="0" err="1"/>
              <a:t>কথা</a:t>
            </a:r>
            <a:endParaRPr lang="bn-IN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31EFD6F-414B-524D-B42E-4ABC7CD34062}"/>
              </a:ext>
            </a:extLst>
          </p:cNvPr>
          <p:cNvSpPr txBox="1"/>
          <p:nvPr/>
        </p:nvSpPr>
        <p:spPr>
          <a:xfrm>
            <a:off x="2689101" y="1365444"/>
            <a:ext cx="15216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3600"/>
              </a:spcBef>
            </a:pPr>
            <a:r>
              <a:rPr lang="en-US" b="1" dirty="0" err="1"/>
              <a:t>গলা</a:t>
            </a:r>
            <a:endParaRPr lang="bn-IN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3824AB-9EAF-A1C8-DBC9-E0D9674B3F52}"/>
              </a:ext>
            </a:extLst>
          </p:cNvPr>
          <p:cNvSpPr txBox="1"/>
          <p:nvPr/>
        </p:nvSpPr>
        <p:spPr>
          <a:xfrm>
            <a:off x="532392" y="2990671"/>
            <a:ext cx="25873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3600"/>
              </a:spcBef>
            </a:pPr>
            <a:r>
              <a:rPr lang="en-US" b="1" dirty="0" err="1"/>
              <a:t>ছড়া</a:t>
            </a:r>
            <a:endParaRPr lang="bn-IN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81A10C1-3B58-3AA3-FB7F-22B2862E5BDD}"/>
              </a:ext>
            </a:extLst>
          </p:cNvPr>
          <p:cNvSpPr txBox="1"/>
          <p:nvPr/>
        </p:nvSpPr>
        <p:spPr>
          <a:xfrm>
            <a:off x="4789322" y="1374188"/>
            <a:ext cx="17588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3600"/>
              </a:spcBef>
            </a:pPr>
            <a:r>
              <a:rPr lang="en-US" b="1" dirty="0" err="1"/>
              <a:t>পরা</a:t>
            </a:r>
            <a:endParaRPr lang="bn-IN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C8D50C6-9567-1FD3-76C6-E73B35B6CE5B}"/>
              </a:ext>
            </a:extLst>
          </p:cNvPr>
          <p:cNvSpPr txBox="1"/>
          <p:nvPr/>
        </p:nvSpPr>
        <p:spPr>
          <a:xfrm>
            <a:off x="2643568" y="3026113"/>
            <a:ext cx="16857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3600"/>
              </a:spcBef>
            </a:pPr>
            <a:r>
              <a:rPr lang="en-US" b="1" dirty="0" err="1"/>
              <a:t>মজা</a:t>
            </a:r>
            <a:endParaRPr lang="bn-IN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BD61E55-8D40-4AFE-A0E8-26561B5E23C2}"/>
              </a:ext>
            </a:extLst>
          </p:cNvPr>
          <p:cNvSpPr txBox="1"/>
          <p:nvPr/>
        </p:nvSpPr>
        <p:spPr>
          <a:xfrm>
            <a:off x="4737181" y="3026112"/>
            <a:ext cx="16857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3600"/>
              </a:spcBef>
            </a:pPr>
            <a:r>
              <a:rPr lang="en-US" b="1" dirty="0" err="1"/>
              <a:t>শশা</a:t>
            </a:r>
            <a:endParaRPr lang="bn-IN" b="1" dirty="0"/>
          </a:p>
        </p:txBody>
      </p:sp>
      <p:pic>
        <p:nvPicPr>
          <p:cNvPr id="2" name="Recorded Sound">
            <a:hlinkClick r:id="" action="ppaction://media"/>
            <a:extLst>
              <a:ext uri="{FF2B5EF4-FFF2-40B4-BE49-F238E27FC236}">
                <a16:creationId xmlns:a16="http://schemas.microsoft.com/office/drawing/2014/main" id="{24995477-9650-26CC-3F35-D1FD11EFCE6B}"/>
              </a:ext>
            </a:extLst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>
                  <p14:trim st="4442"/>
                </p14:media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1141090" y="2460982"/>
            <a:ext cx="304800" cy="304800"/>
          </a:xfrm>
          <a:prstGeom prst="rect">
            <a:avLst/>
          </a:prstGeom>
        </p:spPr>
      </p:pic>
      <p:pic>
        <p:nvPicPr>
          <p:cNvPr id="9" name="Recorded Sound">
            <a:hlinkClick r:id="" action="ppaction://media"/>
            <a:extLst>
              <a:ext uri="{FF2B5EF4-FFF2-40B4-BE49-F238E27FC236}">
                <a16:creationId xmlns:a16="http://schemas.microsoft.com/office/drawing/2014/main" id="{7D463D85-E3E0-8316-98C9-744859F13BFB}"/>
              </a:ext>
            </a:extLst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3">
                  <p14:trim st="3773"/>
                </p14:media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3267636" y="2365424"/>
            <a:ext cx="304800" cy="304800"/>
          </a:xfrm>
          <a:prstGeom prst="rect">
            <a:avLst/>
          </a:prstGeom>
        </p:spPr>
      </p:pic>
      <p:pic>
        <p:nvPicPr>
          <p:cNvPr id="11" name="Recorded Sound">
            <a:hlinkClick r:id="" action="ppaction://media"/>
            <a:extLst>
              <a:ext uri="{FF2B5EF4-FFF2-40B4-BE49-F238E27FC236}">
                <a16:creationId xmlns:a16="http://schemas.microsoft.com/office/drawing/2014/main" id="{3D98E95E-0E2B-D770-1469-6A9A352E5E6E}"/>
              </a:ext>
            </a:extLst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4">
                  <p14:trim st="3946"/>
                </p14:media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5275273" y="2460982"/>
            <a:ext cx="304800" cy="304800"/>
          </a:xfrm>
          <a:prstGeom prst="rect">
            <a:avLst/>
          </a:prstGeom>
        </p:spPr>
      </p:pic>
      <p:pic>
        <p:nvPicPr>
          <p:cNvPr id="12" name="Recorded Sound">
            <a:hlinkClick r:id="" action="ppaction://media"/>
            <a:extLst>
              <a:ext uri="{FF2B5EF4-FFF2-40B4-BE49-F238E27FC236}">
                <a16:creationId xmlns:a16="http://schemas.microsoft.com/office/drawing/2014/main" id="{D46BB474-53F3-E826-8646-A3EDFD0C2FFF}"/>
              </a:ext>
            </a:extLst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5">
                  <p14:trim st="4207" end="763.2358"/>
                </p14:media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3114963" y="4245346"/>
            <a:ext cx="304800" cy="304800"/>
          </a:xfrm>
          <a:prstGeom prst="rect">
            <a:avLst/>
          </a:prstGeom>
        </p:spPr>
      </p:pic>
      <p:pic>
        <p:nvPicPr>
          <p:cNvPr id="16" name="Recorded Sound">
            <a:hlinkClick r:id="" action="ppaction://media"/>
            <a:extLst>
              <a:ext uri="{FF2B5EF4-FFF2-40B4-BE49-F238E27FC236}">
                <a16:creationId xmlns:a16="http://schemas.microsoft.com/office/drawing/2014/main" id="{63117A26-464F-10D5-43D4-ED0C32803E0C}"/>
              </a:ext>
            </a:extLst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6">
                  <p14:trim st="4033"/>
                </p14:media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5363929" y="4092946"/>
            <a:ext cx="304800" cy="304800"/>
          </a:xfrm>
          <a:prstGeom prst="rect">
            <a:avLst/>
          </a:prstGeom>
        </p:spPr>
      </p:pic>
      <p:pic>
        <p:nvPicPr>
          <p:cNvPr id="20" name="Recorded Sound">
            <a:hlinkClick r:id="" action="ppaction://media"/>
            <a:extLst>
              <a:ext uri="{FF2B5EF4-FFF2-40B4-BE49-F238E27FC236}">
                <a16:creationId xmlns:a16="http://schemas.microsoft.com/office/drawing/2014/main" id="{4DCEF4C4-7780-8DD9-7A61-6BEDA77EA990}"/>
              </a:ext>
            </a:extLst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7">
                  <p14:trim st="3985"/>
                </p14:media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988690" y="4191000"/>
            <a:ext cx="304800" cy="3048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E9036CB-8C05-CECD-DD03-6D56482F037F}"/>
              </a:ext>
            </a:extLst>
          </p:cNvPr>
          <p:cNvSpPr txBox="1"/>
          <p:nvPr/>
        </p:nvSpPr>
        <p:spPr>
          <a:xfrm>
            <a:off x="2570537" y="189963"/>
            <a:ext cx="776175" cy="3693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Quiz 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31EFD6F-414B-524D-B42E-4ABC7CD34062}"/>
              </a:ext>
            </a:extLst>
          </p:cNvPr>
          <p:cNvSpPr txBox="1"/>
          <p:nvPr/>
        </p:nvSpPr>
        <p:spPr>
          <a:xfrm>
            <a:off x="484577" y="4960382"/>
            <a:ext cx="16178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3600"/>
              </a:spcBef>
            </a:pPr>
            <a:r>
              <a:rPr lang="en-US" b="1" dirty="0" err="1"/>
              <a:t>কলা</a:t>
            </a:r>
            <a:endParaRPr lang="bn-IN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E1FEE74-E1AE-8196-C6A9-AD7ABF200D9F}"/>
              </a:ext>
            </a:extLst>
          </p:cNvPr>
          <p:cNvSpPr txBox="1"/>
          <p:nvPr/>
        </p:nvSpPr>
        <p:spPr>
          <a:xfrm>
            <a:off x="2748131" y="4953001"/>
            <a:ext cx="15812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3600"/>
              </a:spcBef>
            </a:pPr>
            <a:r>
              <a:rPr lang="en-US" b="1" dirty="0" err="1"/>
              <a:t>চড়া</a:t>
            </a:r>
            <a:endParaRPr lang="bn-IN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81A10C1-3B58-3AA3-FB7F-22B2862E5BDD}"/>
              </a:ext>
            </a:extLst>
          </p:cNvPr>
          <p:cNvSpPr txBox="1"/>
          <p:nvPr/>
        </p:nvSpPr>
        <p:spPr>
          <a:xfrm>
            <a:off x="4814099" y="4917560"/>
            <a:ext cx="15593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3600"/>
              </a:spcBef>
            </a:pPr>
            <a:r>
              <a:rPr lang="en-US" b="1" dirty="0" err="1"/>
              <a:t>ঝরা</a:t>
            </a:r>
            <a:endParaRPr lang="bn-IN" b="1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C8D50C6-9567-1FD3-76C6-E73B35B6CE5B}"/>
              </a:ext>
            </a:extLst>
          </p:cNvPr>
          <p:cNvSpPr txBox="1"/>
          <p:nvPr/>
        </p:nvSpPr>
        <p:spPr>
          <a:xfrm>
            <a:off x="525138" y="6432764"/>
            <a:ext cx="15433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3600"/>
              </a:spcBef>
            </a:pPr>
            <a:r>
              <a:rPr lang="en-US" b="1" dirty="0" err="1"/>
              <a:t>পচা</a:t>
            </a:r>
            <a:endParaRPr lang="bn-IN" b="1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BD61E55-8D40-4AFE-A0E8-26561B5E23C2}"/>
              </a:ext>
            </a:extLst>
          </p:cNvPr>
          <p:cNvSpPr txBox="1"/>
          <p:nvPr/>
        </p:nvSpPr>
        <p:spPr>
          <a:xfrm>
            <a:off x="2720112" y="6432763"/>
            <a:ext cx="13993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3600"/>
              </a:spcBef>
            </a:pPr>
            <a:r>
              <a:rPr lang="en-US" b="1" dirty="0" err="1"/>
              <a:t>ওঠা</a:t>
            </a:r>
            <a:endParaRPr lang="bn-IN" b="1" dirty="0"/>
          </a:p>
        </p:txBody>
      </p:sp>
      <p:pic>
        <p:nvPicPr>
          <p:cNvPr id="19" name="New Recording 226">
            <a:hlinkClick r:id="" action="ppaction://media"/>
            <a:extLst>
              <a:ext uri="{FF2B5EF4-FFF2-40B4-BE49-F238E27FC236}">
                <a16:creationId xmlns:a16="http://schemas.microsoft.com/office/drawing/2014/main" id="{B8543A07-E553-EA50-9120-BF4EB13B0B35}"/>
              </a:ext>
            </a:extLst>
          </p:cNvPr>
          <p:cNvPicPr>
            <a:picLocks noChangeAspect="1"/>
          </p:cNvPicPr>
          <p:nvPr>
            <a:audioFile r:link="rId9"/>
            <p:extLst>
              <p:ext uri="{DAA4B4D4-6D71-4841-9C94-3DE7FCFB9230}">
                <p14:media xmlns:p14="http://schemas.microsoft.com/office/powerpoint/2010/main" r:embed="rId8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5516329" y="7203461"/>
            <a:ext cx="304800" cy="304800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7FF9BFE7-B0FD-C4FF-802A-99883652CCEE}"/>
              </a:ext>
            </a:extLst>
          </p:cNvPr>
          <p:cNvSpPr txBox="1"/>
          <p:nvPr/>
        </p:nvSpPr>
        <p:spPr>
          <a:xfrm>
            <a:off x="4974121" y="6357812"/>
            <a:ext cx="13993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3600"/>
              </a:spcBef>
            </a:pPr>
            <a:r>
              <a:rPr lang="en-US" b="1" dirty="0" err="1"/>
              <a:t>বলা</a:t>
            </a:r>
            <a:endParaRPr lang="bn-IN" b="1" dirty="0"/>
          </a:p>
        </p:txBody>
      </p:sp>
      <p:pic>
        <p:nvPicPr>
          <p:cNvPr id="22" name="New Recording 227">
            <a:hlinkClick r:id="" action="ppaction://media"/>
            <a:extLst>
              <a:ext uri="{FF2B5EF4-FFF2-40B4-BE49-F238E27FC236}">
                <a16:creationId xmlns:a16="http://schemas.microsoft.com/office/drawing/2014/main" id="{D55F9C56-A47C-9E64-87DB-50E137DC13FC}"/>
              </a:ext>
            </a:extLst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10">
                  <p14:trim st="513" end="12930.625"/>
                </p14:media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1178639" y="5965489"/>
            <a:ext cx="304800" cy="304800"/>
          </a:xfrm>
          <a:prstGeom prst="rect">
            <a:avLst/>
          </a:prstGeom>
        </p:spPr>
      </p:pic>
      <p:pic>
        <p:nvPicPr>
          <p:cNvPr id="23" name="New Recording 227">
            <a:hlinkClick r:id="" action="ppaction://media"/>
            <a:extLst>
              <a:ext uri="{FF2B5EF4-FFF2-40B4-BE49-F238E27FC236}">
                <a16:creationId xmlns:a16="http://schemas.microsoft.com/office/drawing/2014/main" id="{49942A06-DE61-E2DF-8B27-6F7C31D19E51}"/>
              </a:ext>
            </a:extLst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10">
                  <p14:trim st="12776"/>
                </p14:media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3419763" y="7405741"/>
            <a:ext cx="304800" cy="304800"/>
          </a:xfrm>
          <a:prstGeom prst="rect">
            <a:avLst/>
          </a:prstGeom>
        </p:spPr>
      </p:pic>
      <p:pic>
        <p:nvPicPr>
          <p:cNvPr id="24" name="New Recording 227">
            <a:hlinkClick r:id="" action="ppaction://media"/>
            <a:extLst>
              <a:ext uri="{FF2B5EF4-FFF2-40B4-BE49-F238E27FC236}">
                <a16:creationId xmlns:a16="http://schemas.microsoft.com/office/drawing/2014/main" id="{CBF1B97F-D3ED-FADA-DD6B-452E0AA3F918}"/>
              </a:ext>
            </a:extLst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10">
                  <p14:trim st="9567" end="3431.625"/>
                </p14:media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1178639" y="7405741"/>
            <a:ext cx="304800" cy="304800"/>
          </a:xfrm>
          <a:prstGeom prst="rect">
            <a:avLst/>
          </a:prstGeom>
        </p:spPr>
      </p:pic>
      <p:pic>
        <p:nvPicPr>
          <p:cNvPr id="25" name="New Recording 227">
            <a:hlinkClick r:id="" action="ppaction://media"/>
            <a:extLst>
              <a:ext uri="{FF2B5EF4-FFF2-40B4-BE49-F238E27FC236}">
                <a16:creationId xmlns:a16="http://schemas.microsoft.com/office/drawing/2014/main" id="{EC8C70C7-CA9C-B16D-994E-F70C0113FBA8}"/>
              </a:ext>
            </a:extLst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10">
                  <p14:trim st="6498" end="7090.625"/>
                </p14:media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5374561" y="5800687"/>
            <a:ext cx="304800" cy="304800"/>
          </a:xfrm>
          <a:prstGeom prst="rect">
            <a:avLst/>
          </a:prstGeom>
        </p:spPr>
      </p:pic>
      <p:pic>
        <p:nvPicPr>
          <p:cNvPr id="26" name="New Recording 227">
            <a:hlinkClick r:id="" action="ppaction://media"/>
            <a:extLst>
              <a:ext uri="{FF2B5EF4-FFF2-40B4-BE49-F238E27FC236}">
                <a16:creationId xmlns:a16="http://schemas.microsoft.com/office/drawing/2014/main" id="{FABC10D6-5B4A-B419-2B3F-67180E249B66}"/>
              </a:ext>
            </a:extLst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10">
                  <p14:trim st="3458" end="10070.625"/>
                </p14:media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3334060" y="5848530"/>
            <a:ext cx="304800" cy="304800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63A1222C-C098-7965-5848-5F97AA5A7A33}"/>
              </a:ext>
            </a:extLst>
          </p:cNvPr>
          <p:cNvSpPr txBox="1"/>
          <p:nvPr/>
        </p:nvSpPr>
        <p:spPr>
          <a:xfrm>
            <a:off x="831954" y="8431967"/>
            <a:ext cx="9909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Lesson 6</a:t>
            </a:r>
          </a:p>
        </p:txBody>
      </p:sp>
    </p:spTree>
    <p:extLst>
      <p:ext uri="{BB962C8B-B14F-4D97-AF65-F5344CB8AC3E}">
        <p14:creationId xmlns:p14="http://schemas.microsoft.com/office/powerpoint/2010/main" val="354166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144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1206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4" dur="2051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8" dur="1866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2" dur="1832" fill="hold"/>
                                        <p:tgtEl>
                                          <p:spTgt spid="1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6" dur="1776" fill="hold"/>
                                        <p:tgtEl>
                                          <p:spTgt spid="2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30" dur="2266" fill="hold"/>
                                        <p:tgtEl>
                                          <p:spTgt spid="1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34" dur="2502" fill="hold"/>
                                        <p:tgtEl>
                                          <p:spTgt spid="2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38" dur="3169" fill="hold"/>
                                        <p:tgtEl>
                                          <p:spTgt spid="2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42" dur="2947" fill="hold"/>
                                        <p:tgtEl>
                                          <p:spTgt spid="2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46" dur="2357" fill="hold"/>
                                        <p:tgtEl>
                                          <p:spTgt spid="2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50" dur="2417" fill="hold"/>
                                        <p:tgtEl>
                                          <p:spTgt spid="2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5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  <p:audio>
              <p:cMediaNode vol="80000">
                <p:cTn id="5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9"/>
                </p:tgtEl>
              </p:cMediaNode>
            </p:audio>
            <p:audio>
              <p:cMediaNode vol="80000">
                <p:cTn id="5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1"/>
                </p:tgtEl>
              </p:cMediaNode>
            </p:audio>
            <p:audio>
              <p:cMediaNode vol="80000">
                <p:cTn id="54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2"/>
                </p:tgtEl>
              </p:cMediaNode>
            </p:audio>
            <p:audio>
              <p:cMediaNode vol="80000">
                <p:cTn id="55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6"/>
                </p:tgtEl>
              </p:cMediaNode>
            </p:audio>
            <p:audio>
              <p:cMediaNode vol="80000">
                <p:cTn id="56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0"/>
                </p:tgtEl>
              </p:cMediaNode>
            </p:audio>
            <p:audio>
              <p:cMediaNode vol="80000">
                <p:cTn id="5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9"/>
                </p:tgtEl>
              </p:cMediaNode>
            </p:audio>
            <p:audio>
              <p:cMediaNode vol="80000">
                <p:cTn id="58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2"/>
                </p:tgtEl>
              </p:cMediaNode>
            </p:audio>
            <p:audio>
              <p:cMediaNode vol="80000">
                <p:cTn id="5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3"/>
                </p:tgtEl>
              </p:cMediaNode>
            </p:audio>
            <p:audio>
              <p:cMediaNode vol="80000">
                <p:cTn id="6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4"/>
                </p:tgtEl>
              </p:cMediaNode>
            </p:audio>
            <p:audio>
              <p:cMediaNode vol="80000">
                <p:cTn id="6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5"/>
                </p:tgtEl>
              </p:cMediaNode>
            </p:audio>
            <p:audio>
              <p:cMediaNode vol="80000">
                <p:cTn id="6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6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FA75B8-D112-AA52-3064-CB0B1C158C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aper with writing on it&#10;&#10;Description automatically generated">
            <a:extLst>
              <a:ext uri="{FF2B5EF4-FFF2-40B4-BE49-F238E27FC236}">
                <a16:creationId xmlns:a16="http://schemas.microsoft.com/office/drawing/2014/main" id="{C0E065DB-4428-8125-C90A-4BBBB3EFED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394" b="10273"/>
          <a:stretch/>
        </p:blipFill>
        <p:spPr>
          <a:xfrm rot="5400000">
            <a:off x="1636428" y="3447738"/>
            <a:ext cx="3530184" cy="6153462"/>
          </a:xfrm>
          <a:prstGeom prst="rect">
            <a:avLst/>
          </a:prstGeom>
        </p:spPr>
      </p:pic>
      <p:pic>
        <p:nvPicPr>
          <p:cNvPr id="2" name="Picture 1" descr="A paper with writing on it&#10;&#10;Description automatically generated">
            <a:extLst>
              <a:ext uri="{FF2B5EF4-FFF2-40B4-BE49-F238E27FC236}">
                <a16:creationId xmlns:a16="http://schemas.microsoft.com/office/drawing/2014/main" id="{AEAB811C-0A18-B5AC-B188-125EE1B165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7459" b="8597"/>
          <a:stretch/>
        </p:blipFill>
        <p:spPr>
          <a:xfrm rot="5400000">
            <a:off x="1399083" y="-784486"/>
            <a:ext cx="3889948" cy="6268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56246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B758582-E948-4A01-938B-3699636FE282}"/>
              </a:ext>
            </a:extLst>
          </p:cNvPr>
          <p:cNvSpPr txBox="1"/>
          <p:nvPr/>
        </p:nvSpPr>
        <p:spPr>
          <a:xfrm>
            <a:off x="358589" y="1381216"/>
            <a:ext cx="199543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3600"/>
              </a:spcBef>
            </a:pPr>
            <a:r>
              <a:rPr lang="en-US" sz="7200" b="1" dirty="0" err="1"/>
              <a:t>করাত</a:t>
            </a:r>
            <a:endParaRPr lang="bn-IN" sz="72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31EFD6F-414B-524D-B42E-4ABC7CD34062}"/>
              </a:ext>
            </a:extLst>
          </p:cNvPr>
          <p:cNvSpPr txBox="1"/>
          <p:nvPr/>
        </p:nvSpPr>
        <p:spPr>
          <a:xfrm>
            <a:off x="2452226" y="1394204"/>
            <a:ext cx="199543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3600"/>
              </a:spcBef>
            </a:pPr>
            <a:r>
              <a:rPr lang="en-US" sz="7200" b="1" dirty="0" err="1"/>
              <a:t>জবাই</a:t>
            </a:r>
            <a:endParaRPr lang="bn-IN" sz="72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3824AB-9EAF-A1C8-DBC9-E0D9674B3F52}"/>
              </a:ext>
            </a:extLst>
          </p:cNvPr>
          <p:cNvSpPr txBox="1"/>
          <p:nvPr/>
        </p:nvSpPr>
        <p:spPr>
          <a:xfrm>
            <a:off x="4426826" y="1396065"/>
            <a:ext cx="196363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3600"/>
              </a:spcBef>
            </a:pPr>
            <a:r>
              <a:rPr lang="en-US" sz="7200" b="1" dirty="0" err="1"/>
              <a:t>পরাণ</a:t>
            </a:r>
            <a:endParaRPr lang="bn-IN" sz="72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C8D50C6-9567-1FD3-76C6-E73B35B6CE5B}"/>
              </a:ext>
            </a:extLst>
          </p:cNvPr>
          <p:cNvSpPr txBox="1"/>
          <p:nvPr/>
        </p:nvSpPr>
        <p:spPr>
          <a:xfrm>
            <a:off x="381463" y="2884724"/>
            <a:ext cx="218907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3600"/>
              </a:spcBef>
            </a:pPr>
            <a:r>
              <a:rPr lang="en-US" sz="7200" b="1" dirty="0" err="1"/>
              <a:t>সকাল</a:t>
            </a:r>
            <a:endParaRPr lang="bn-IN" sz="72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BD61E55-8D40-4AFE-A0E8-26561B5E23C2}"/>
              </a:ext>
            </a:extLst>
          </p:cNvPr>
          <p:cNvSpPr txBox="1"/>
          <p:nvPr/>
        </p:nvSpPr>
        <p:spPr>
          <a:xfrm>
            <a:off x="2499345" y="2879305"/>
            <a:ext cx="178812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3600"/>
              </a:spcBef>
            </a:pPr>
            <a:r>
              <a:rPr lang="en-US" sz="7200" b="1" dirty="0" err="1"/>
              <a:t>হঠা</a:t>
            </a:r>
            <a:r>
              <a:rPr lang="en-US" sz="7200" b="1" dirty="0"/>
              <a:t>ৎ</a:t>
            </a:r>
            <a:endParaRPr lang="bn-IN" sz="7200" b="1" dirty="0"/>
          </a:p>
        </p:txBody>
      </p:sp>
      <p:pic>
        <p:nvPicPr>
          <p:cNvPr id="9" name="Recorded Sound">
            <a:hlinkClick r:id="" action="ppaction://media"/>
            <a:extLst>
              <a:ext uri="{FF2B5EF4-FFF2-40B4-BE49-F238E27FC236}">
                <a16:creationId xmlns:a16="http://schemas.microsoft.com/office/drawing/2014/main" id="{391E89C9-A05B-E28F-66FF-4AA1D21101CB}"/>
              </a:ext>
            </a:extLst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>
                  <p14:trim st="6883" end="631.1972"/>
                </p14:media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1101877" y="2413373"/>
            <a:ext cx="304800" cy="304800"/>
          </a:xfrm>
          <a:prstGeom prst="rect">
            <a:avLst/>
          </a:prstGeom>
        </p:spPr>
      </p:pic>
      <p:pic>
        <p:nvPicPr>
          <p:cNvPr id="10" name="Recorded Sound">
            <a:hlinkClick r:id="" action="ppaction://media"/>
            <a:extLst>
              <a:ext uri="{FF2B5EF4-FFF2-40B4-BE49-F238E27FC236}">
                <a16:creationId xmlns:a16="http://schemas.microsoft.com/office/drawing/2014/main" id="{FD57441E-E441-60F5-B80A-A24F264B0733}"/>
              </a:ext>
            </a:extLst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3">
                  <p14:trim st="8819" end="755.0793"/>
                </p14:media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3152017" y="2429145"/>
            <a:ext cx="304800" cy="304800"/>
          </a:xfrm>
          <a:prstGeom prst="rect">
            <a:avLst/>
          </a:prstGeom>
        </p:spPr>
      </p:pic>
      <p:pic>
        <p:nvPicPr>
          <p:cNvPr id="11" name="Recorded Sound">
            <a:hlinkClick r:id="" action="ppaction://media"/>
            <a:extLst>
              <a:ext uri="{FF2B5EF4-FFF2-40B4-BE49-F238E27FC236}">
                <a16:creationId xmlns:a16="http://schemas.microsoft.com/office/drawing/2014/main" id="{6F27AF4E-CA0C-2DF2-C076-B5F11DF701AF}"/>
              </a:ext>
            </a:extLst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4">
                  <p14:trim st="6202" end="158.9501"/>
                </p14:media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5103842" y="2464164"/>
            <a:ext cx="304800" cy="304800"/>
          </a:xfrm>
          <a:prstGeom prst="rect">
            <a:avLst/>
          </a:prstGeom>
        </p:spPr>
      </p:pic>
      <p:pic>
        <p:nvPicPr>
          <p:cNvPr id="12" name="Recorded Sound">
            <a:hlinkClick r:id="" action="ppaction://media"/>
            <a:extLst>
              <a:ext uri="{FF2B5EF4-FFF2-40B4-BE49-F238E27FC236}">
                <a16:creationId xmlns:a16="http://schemas.microsoft.com/office/drawing/2014/main" id="{ECF20992-22E0-BED2-A618-3271AEFDC6DF}"/>
              </a:ext>
            </a:extLst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5">
                  <p14:trim st="8690" end="575.7755"/>
                </p14:media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966054" y="3927234"/>
            <a:ext cx="304800" cy="304800"/>
          </a:xfrm>
          <a:prstGeom prst="rect">
            <a:avLst/>
          </a:prstGeom>
        </p:spPr>
      </p:pic>
      <p:pic>
        <p:nvPicPr>
          <p:cNvPr id="13" name="Recorded Sound">
            <a:hlinkClick r:id="" action="ppaction://media"/>
            <a:extLst>
              <a:ext uri="{FF2B5EF4-FFF2-40B4-BE49-F238E27FC236}">
                <a16:creationId xmlns:a16="http://schemas.microsoft.com/office/drawing/2014/main" id="{7AB77EE2-B247-E423-4E24-E47F87123D79}"/>
              </a:ext>
            </a:extLst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6">
                  <p14:trim st="9030" end="732.7006"/>
                </p14:media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3083936" y="3864357"/>
            <a:ext cx="304800" cy="3048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126C791-9B31-8F2C-F54A-CD61C1BEF156}"/>
              </a:ext>
            </a:extLst>
          </p:cNvPr>
          <p:cNvSpPr txBox="1"/>
          <p:nvPr/>
        </p:nvSpPr>
        <p:spPr>
          <a:xfrm>
            <a:off x="2570537" y="189963"/>
            <a:ext cx="1898277" cy="83099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sz="4800" dirty="0"/>
              <a:t>Quiz 7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31EFD6F-414B-524D-B42E-4ABC7CD34062}"/>
              </a:ext>
            </a:extLst>
          </p:cNvPr>
          <p:cNvSpPr txBox="1"/>
          <p:nvPr/>
        </p:nvSpPr>
        <p:spPr>
          <a:xfrm>
            <a:off x="4383619" y="2899900"/>
            <a:ext cx="191013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3600"/>
              </a:spcBef>
            </a:pPr>
            <a:r>
              <a:rPr lang="en-US" sz="7200" b="1" dirty="0" err="1"/>
              <a:t>বরাত</a:t>
            </a:r>
            <a:endParaRPr lang="bn-IN" sz="7200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93824AB-9EAF-A1C8-DBC9-E0D9674B3F52}"/>
              </a:ext>
            </a:extLst>
          </p:cNvPr>
          <p:cNvSpPr txBox="1"/>
          <p:nvPr/>
        </p:nvSpPr>
        <p:spPr>
          <a:xfrm>
            <a:off x="410136" y="4744703"/>
            <a:ext cx="199308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3600"/>
              </a:spcBef>
            </a:pPr>
            <a:r>
              <a:rPr lang="en-US" sz="7200" b="1" dirty="0" err="1"/>
              <a:t>চড়াই</a:t>
            </a:r>
            <a:endParaRPr lang="bn-IN" sz="72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2FD6D0F-D967-4C16-1BA2-46D392551F36}"/>
              </a:ext>
            </a:extLst>
          </p:cNvPr>
          <p:cNvSpPr txBox="1"/>
          <p:nvPr/>
        </p:nvSpPr>
        <p:spPr>
          <a:xfrm>
            <a:off x="2403218" y="4744702"/>
            <a:ext cx="222625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3600"/>
              </a:spcBef>
            </a:pPr>
            <a:r>
              <a:rPr lang="en-US" sz="7200" b="1" dirty="0" err="1"/>
              <a:t>অকাল</a:t>
            </a:r>
            <a:endParaRPr lang="bn-IN" sz="7200" b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BD61E55-8D40-4AFE-A0E8-26561B5E23C2}"/>
              </a:ext>
            </a:extLst>
          </p:cNvPr>
          <p:cNvSpPr txBox="1"/>
          <p:nvPr/>
        </p:nvSpPr>
        <p:spPr>
          <a:xfrm>
            <a:off x="4629477" y="4744701"/>
            <a:ext cx="189799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3600"/>
              </a:spcBef>
            </a:pPr>
            <a:r>
              <a:rPr lang="en-US" sz="7200" b="1" dirty="0" err="1"/>
              <a:t>সমাস</a:t>
            </a:r>
            <a:endParaRPr lang="bn-IN" sz="7200" b="1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3BC6CA8-42D3-C447-D322-492512449681}"/>
              </a:ext>
            </a:extLst>
          </p:cNvPr>
          <p:cNvSpPr txBox="1"/>
          <p:nvPr/>
        </p:nvSpPr>
        <p:spPr>
          <a:xfrm>
            <a:off x="467003" y="6235222"/>
            <a:ext cx="189799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3600"/>
              </a:spcBef>
            </a:pPr>
            <a:r>
              <a:rPr lang="en-US" sz="7200" b="1" dirty="0" err="1"/>
              <a:t>মহান</a:t>
            </a:r>
            <a:endParaRPr lang="bn-IN" sz="7200" b="1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C89F1BA-7555-BCA1-F519-674E1939013B}"/>
              </a:ext>
            </a:extLst>
          </p:cNvPr>
          <p:cNvSpPr txBox="1"/>
          <p:nvPr/>
        </p:nvSpPr>
        <p:spPr>
          <a:xfrm>
            <a:off x="2593591" y="6203711"/>
            <a:ext cx="189799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3600"/>
              </a:spcBef>
            </a:pPr>
            <a:r>
              <a:rPr lang="en-US" sz="7200" b="1" dirty="0" err="1"/>
              <a:t>ময়াল</a:t>
            </a:r>
            <a:endParaRPr lang="bn-IN" sz="7200" b="1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F416E61-6AAF-ADBE-4FD5-E6FE41615561}"/>
              </a:ext>
            </a:extLst>
          </p:cNvPr>
          <p:cNvSpPr txBox="1"/>
          <p:nvPr/>
        </p:nvSpPr>
        <p:spPr>
          <a:xfrm>
            <a:off x="4629476" y="6203710"/>
            <a:ext cx="189799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3600"/>
              </a:spcBef>
            </a:pPr>
            <a:r>
              <a:rPr lang="en-US" sz="7200" b="1" dirty="0" err="1"/>
              <a:t>তলায়</a:t>
            </a:r>
            <a:endParaRPr lang="bn-IN" sz="7200" b="1" dirty="0"/>
          </a:p>
        </p:txBody>
      </p:sp>
      <p:pic>
        <p:nvPicPr>
          <p:cNvPr id="21" name="New Recording 228">
            <a:hlinkClick r:id="" action="ppaction://media"/>
            <a:extLst>
              <a:ext uri="{FF2B5EF4-FFF2-40B4-BE49-F238E27FC236}">
                <a16:creationId xmlns:a16="http://schemas.microsoft.com/office/drawing/2014/main" id="{DDA60037-EC89-7F0B-3622-DE0ABD50A66C}"/>
              </a:ext>
            </a:extLst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7">
                  <p14:trim st="19609"/>
                </p14:media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5501694" y="7404039"/>
            <a:ext cx="304800" cy="304800"/>
          </a:xfrm>
          <a:prstGeom prst="rect">
            <a:avLst/>
          </a:prstGeom>
        </p:spPr>
      </p:pic>
      <p:pic>
        <p:nvPicPr>
          <p:cNvPr id="22" name="New Recording 228">
            <a:hlinkClick r:id="" action="ppaction://media"/>
            <a:extLst>
              <a:ext uri="{FF2B5EF4-FFF2-40B4-BE49-F238E27FC236}">
                <a16:creationId xmlns:a16="http://schemas.microsoft.com/office/drawing/2014/main" id="{BA2A9448-CF51-3EBE-94D8-17D0455504D2}"/>
              </a:ext>
            </a:extLst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7">
                  <p14:trim st="15944" end="4422.5625"/>
                </p14:media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3566066" y="7444996"/>
            <a:ext cx="304800" cy="304800"/>
          </a:xfrm>
          <a:prstGeom prst="rect">
            <a:avLst/>
          </a:prstGeom>
        </p:spPr>
      </p:pic>
      <p:pic>
        <p:nvPicPr>
          <p:cNvPr id="23" name="New Recording 228">
            <a:hlinkClick r:id="" action="ppaction://media"/>
            <a:extLst>
              <a:ext uri="{FF2B5EF4-FFF2-40B4-BE49-F238E27FC236}">
                <a16:creationId xmlns:a16="http://schemas.microsoft.com/office/drawing/2014/main" id="{10F092A0-226A-014A-86E0-1FECFD117799}"/>
              </a:ext>
            </a:extLst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7">
                  <p14:trim st="12628" end="7828.5625"/>
                </p14:media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1203906" y="7404039"/>
            <a:ext cx="304800" cy="304800"/>
          </a:xfrm>
          <a:prstGeom prst="rect">
            <a:avLst/>
          </a:prstGeom>
        </p:spPr>
      </p:pic>
      <p:pic>
        <p:nvPicPr>
          <p:cNvPr id="24" name="New Recording 228">
            <a:hlinkClick r:id="" action="ppaction://media"/>
            <a:extLst>
              <a:ext uri="{FF2B5EF4-FFF2-40B4-BE49-F238E27FC236}">
                <a16:creationId xmlns:a16="http://schemas.microsoft.com/office/drawing/2014/main" id="{54757F90-37F9-2569-D1F2-5F6D15119435}"/>
              </a:ext>
            </a:extLst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7">
                  <p14:trim st="9052" end="11355.5625"/>
                </p14:media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5256242" y="5575428"/>
            <a:ext cx="304800" cy="304800"/>
          </a:xfrm>
          <a:prstGeom prst="rect">
            <a:avLst/>
          </a:prstGeom>
        </p:spPr>
      </p:pic>
      <p:pic>
        <p:nvPicPr>
          <p:cNvPr id="25" name="New Recording 228">
            <a:hlinkClick r:id="" action="ppaction://media"/>
            <a:extLst>
              <a:ext uri="{FF2B5EF4-FFF2-40B4-BE49-F238E27FC236}">
                <a16:creationId xmlns:a16="http://schemas.microsoft.com/office/drawing/2014/main" id="{008BD977-D076-F045-563A-D20FFB5D065C}"/>
              </a:ext>
            </a:extLst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7">
                  <p14:trim st="6196" end="14824.5625"/>
                </p14:media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3456817" y="5575428"/>
            <a:ext cx="304800" cy="304800"/>
          </a:xfrm>
          <a:prstGeom prst="rect">
            <a:avLst/>
          </a:prstGeom>
        </p:spPr>
      </p:pic>
      <p:pic>
        <p:nvPicPr>
          <p:cNvPr id="26" name="New Recording 228">
            <a:hlinkClick r:id="" action="ppaction://media"/>
            <a:extLst>
              <a:ext uri="{FF2B5EF4-FFF2-40B4-BE49-F238E27FC236}">
                <a16:creationId xmlns:a16="http://schemas.microsoft.com/office/drawing/2014/main" id="{151A8FA0-C0FB-B267-E886-8A2B96CDEE0D}"/>
              </a:ext>
            </a:extLst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7">
                  <p14:trim st="2928" end="17683.5625"/>
                </p14:media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949477" y="5727828"/>
            <a:ext cx="304800" cy="304800"/>
          </a:xfrm>
          <a:prstGeom prst="rect">
            <a:avLst/>
          </a:prstGeom>
        </p:spPr>
      </p:pic>
      <p:pic>
        <p:nvPicPr>
          <p:cNvPr id="27" name="New Recording 228">
            <a:hlinkClick r:id="" action="ppaction://media"/>
            <a:extLst>
              <a:ext uri="{FF2B5EF4-FFF2-40B4-BE49-F238E27FC236}">
                <a16:creationId xmlns:a16="http://schemas.microsoft.com/office/drawing/2014/main" id="{7AE007D0-1B94-85B8-BFE1-B6823F6C1D14}"/>
              </a:ext>
            </a:extLst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7">
                  <p14:trim end="21061.5625"/>
                </p14:media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5033885" y="3837063"/>
            <a:ext cx="304800" cy="30480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3A887E51-8FEE-2B08-024C-C5BC724484FE}"/>
              </a:ext>
            </a:extLst>
          </p:cNvPr>
          <p:cNvSpPr txBox="1"/>
          <p:nvPr/>
        </p:nvSpPr>
        <p:spPr>
          <a:xfrm>
            <a:off x="831954" y="8431967"/>
            <a:ext cx="9909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Lesson 7</a:t>
            </a:r>
          </a:p>
        </p:txBody>
      </p:sp>
    </p:spTree>
    <p:extLst>
      <p:ext uri="{BB962C8B-B14F-4D97-AF65-F5344CB8AC3E}">
        <p14:creationId xmlns:p14="http://schemas.microsoft.com/office/powerpoint/2010/main" val="16794512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159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2431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4" dur="1941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8" dur="2773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2" dur="2569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6" dur="4097" fill="hold"/>
                                        <p:tgtEl>
                                          <p:spTgt spid="2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30" dur="3340" fill="hold"/>
                                        <p:tgtEl>
                                          <p:spTgt spid="2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34" dur="3250" fill="hold"/>
                                        <p:tgtEl>
                                          <p:spTgt spid="2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38" dur="3299" fill="hold"/>
                                        <p:tgtEl>
                                          <p:spTgt spid="2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42" dur="2686" fill="hold"/>
                                        <p:tgtEl>
                                          <p:spTgt spid="2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46" dur="3095" fill="hold"/>
                                        <p:tgtEl>
                                          <p:spTgt spid="2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50" dur="2645" fill="hold"/>
                                        <p:tgtEl>
                                          <p:spTgt spid="2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5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9"/>
                </p:tgtEl>
              </p:cMediaNode>
            </p:audio>
            <p:audio>
              <p:cMediaNode vol="80000">
                <p:cTn id="5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0"/>
                </p:tgtEl>
              </p:cMediaNode>
            </p:audio>
            <p:audio>
              <p:cMediaNode vol="80000">
                <p:cTn id="5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1"/>
                </p:tgtEl>
              </p:cMediaNode>
            </p:audio>
            <p:audio>
              <p:cMediaNode vol="80000">
                <p:cTn id="54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2"/>
                </p:tgtEl>
              </p:cMediaNode>
            </p:audio>
            <p:audio>
              <p:cMediaNode vol="80000">
                <p:cTn id="55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3"/>
                </p:tgtEl>
              </p:cMediaNode>
            </p:audio>
            <p:audio>
              <p:cMediaNode vol="80000">
                <p:cTn id="56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1"/>
                </p:tgtEl>
              </p:cMediaNode>
            </p:audio>
            <p:audio>
              <p:cMediaNode vol="80000">
                <p:cTn id="5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2"/>
                </p:tgtEl>
              </p:cMediaNode>
            </p:audio>
            <p:audio>
              <p:cMediaNode vol="80000">
                <p:cTn id="58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3"/>
                </p:tgtEl>
              </p:cMediaNode>
            </p:audio>
            <p:audio>
              <p:cMediaNode vol="80000">
                <p:cTn id="5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4"/>
                </p:tgtEl>
              </p:cMediaNode>
            </p:audio>
            <p:audio>
              <p:cMediaNode vol="80000">
                <p:cTn id="6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5"/>
                </p:tgtEl>
              </p:cMediaNode>
            </p:audio>
            <p:audio>
              <p:cMediaNode vol="80000">
                <p:cTn id="6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6"/>
                </p:tgtEl>
              </p:cMediaNode>
            </p:audio>
            <p:audio>
              <p:cMediaNode vol="80000">
                <p:cTn id="6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7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F78A6D-9CF9-D191-F044-0F0BF9E939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paper with writing on it&#10;&#10;Description automatically generated">
            <a:extLst>
              <a:ext uri="{FF2B5EF4-FFF2-40B4-BE49-F238E27FC236}">
                <a16:creationId xmlns:a16="http://schemas.microsoft.com/office/drawing/2014/main" id="{5558B298-5203-BD8D-1897-DE4E2A01E0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311" r="52213"/>
          <a:stretch/>
        </p:blipFill>
        <p:spPr>
          <a:xfrm rot="5400000">
            <a:off x="2447144" y="-1922488"/>
            <a:ext cx="1963712" cy="6858000"/>
          </a:xfrm>
          <a:prstGeom prst="rect">
            <a:avLst/>
          </a:prstGeom>
        </p:spPr>
      </p:pic>
      <p:pic>
        <p:nvPicPr>
          <p:cNvPr id="2" name="Picture 1" descr="A paper with writing on it&#10;&#10;Description automatically generated">
            <a:extLst>
              <a:ext uri="{FF2B5EF4-FFF2-40B4-BE49-F238E27FC236}">
                <a16:creationId xmlns:a16="http://schemas.microsoft.com/office/drawing/2014/main" id="{1CC999D4-6E01-3009-D91A-A3DEC9CAD4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432" r="25191"/>
          <a:stretch/>
        </p:blipFill>
        <p:spPr>
          <a:xfrm rot="5400000">
            <a:off x="2177323" y="2334721"/>
            <a:ext cx="250335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03031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384</TotalTime>
  <Words>64</Words>
  <Application>Microsoft Office PowerPoint</Application>
  <PresentationFormat>On-screen Show (4:3)</PresentationFormat>
  <Paragraphs>55</Paragraphs>
  <Slides>7</Slides>
  <Notes>0</Notes>
  <HiddenSlides>0</HiddenSlides>
  <MMClips>48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Kaushik Roy Choudhury</dc:creator>
  <cp:lastModifiedBy>Aabir Datta</cp:lastModifiedBy>
  <cp:revision>22</cp:revision>
  <dcterms:created xsi:type="dcterms:W3CDTF">2020-04-28T13:25:21Z</dcterms:created>
  <dcterms:modified xsi:type="dcterms:W3CDTF">2024-11-02T23:55:56Z</dcterms:modified>
</cp:coreProperties>
</file>